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feeb6f3257f479b" /><Relationship Type="http://schemas.openxmlformats.org/officeDocument/2006/relationships/extended-properties" Target="/docProps/app.xml" Id="Rcde69eeeaa264ad7" /><Relationship Type="http://schemas.openxmlformats.org/officeDocument/2006/relationships/officeDocument" Target="/ppt/presentation.xml" Id="Ra07c252a424c40e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cdc97f0d3bd4d24"/>
  </p:sldMasterIdLst>
  <p:notesMasterIdLst>
    <p:notesMasterId xmlns:r="http://schemas.openxmlformats.org/officeDocument/2006/relationships" r:id="R0330da16f03d4f96"/>
  </p:notesMasterIdLst>
  <p:sldIdLst>
    <p:sldId xmlns:r="http://schemas.openxmlformats.org/officeDocument/2006/relationships" id="256" r:id="Rea8f560ff4ee446d"/>
    <p:sldId xmlns:r="http://schemas.openxmlformats.org/officeDocument/2006/relationships" id="257" r:id="Re279317f7c89407b"/>
    <p:sldId xmlns:r="http://schemas.openxmlformats.org/officeDocument/2006/relationships" id="258" r:id="R025f67fb3b994f06"/>
    <p:sldId xmlns:r="http://schemas.openxmlformats.org/officeDocument/2006/relationships" id="259" r:id="R4f192443420c43b7"/>
    <p:sldId xmlns:r="http://schemas.openxmlformats.org/officeDocument/2006/relationships" id="260" r:id="R784e923493ed4df0"/>
    <p:sldId xmlns:r="http://schemas.openxmlformats.org/officeDocument/2006/relationships" id="261" r:id="Rcb9863b8f7e9421d"/>
    <p:sldId xmlns:r="http://schemas.openxmlformats.org/officeDocument/2006/relationships" id="262" r:id="R8b685c63f89c4940"/>
    <p:sldId xmlns:r="http://schemas.openxmlformats.org/officeDocument/2006/relationships" id="263" r:id="R599c0adc0252490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550a9890e3542a8" /><Relationship Type="http://schemas.openxmlformats.org/officeDocument/2006/relationships/slideMaster" Target="/ppt/slideMasters/slideMaster1.xml" Id="R1cdc97f0d3bd4d24" /><Relationship Type="http://schemas.openxmlformats.org/officeDocument/2006/relationships/notesMaster" Target="/ppt/notesMasters/notesMaster1.xml" Id="R0330da16f03d4f96" /><Relationship Type="http://schemas.openxmlformats.org/officeDocument/2006/relationships/presProps" Target="/ppt/presProps.xml" Id="R7ba93a37d5ab4936" /><Relationship Type="http://schemas.openxmlformats.org/officeDocument/2006/relationships/tableStyles" Target="/ppt/tableStyles.xml" Id="Rf86b7e84c2674389" /><Relationship Type="http://schemas.openxmlformats.org/officeDocument/2006/relationships/slide" Target="/ppt/slides/slide1.xml" Id="Rea8f560ff4ee446d" /><Relationship Type="http://schemas.openxmlformats.org/officeDocument/2006/relationships/slide" Target="/ppt/slides/slide2.xml" Id="Re279317f7c89407b" /><Relationship Type="http://schemas.openxmlformats.org/officeDocument/2006/relationships/slide" Target="/ppt/slides/slide3.xml" Id="R025f67fb3b994f06" /><Relationship Type="http://schemas.openxmlformats.org/officeDocument/2006/relationships/slide" Target="/ppt/slides/slide4.xml" Id="R4f192443420c43b7" /><Relationship Type="http://schemas.openxmlformats.org/officeDocument/2006/relationships/slide" Target="/ppt/slides/slide5.xml" Id="R784e923493ed4df0" /><Relationship Type="http://schemas.openxmlformats.org/officeDocument/2006/relationships/slide" Target="/ppt/slides/slide6.xml" Id="Rcb9863b8f7e9421d" /><Relationship Type="http://schemas.openxmlformats.org/officeDocument/2006/relationships/slide" Target="/ppt/slides/slide7.xml" Id="R8b685c63f89c4940" /><Relationship Type="http://schemas.openxmlformats.org/officeDocument/2006/relationships/slide" Target="/ppt/slides/slide8.xml" Id="R599c0adc0252490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2c22ae2e4f942d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fc1ae5336ee4508" /><Relationship Type="http://schemas.openxmlformats.org/officeDocument/2006/relationships/notesMaster" Target="/ppt/notesMasters/notesMaster1.xml" Id="Rf11786cf79a24ab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1a7bf1b32c44b98" /><Relationship Type="http://schemas.openxmlformats.org/officeDocument/2006/relationships/notesMaster" Target="/ppt/notesMasters/notesMaster1.xml" Id="Rb60ca0bc4fb548e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400fb3484634911" /><Relationship Type="http://schemas.openxmlformats.org/officeDocument/2006/relationships/notesMaster" Target="/ppt/notesMasters/notesMaster1.xml" Id="R0b6a43d907c74c2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d0d61c858de4687" /><Relationship Type="http://schemas.openxmlformats.org/officeDocument/2006/relationships/notesMaster" Target="/ppt/notesMasters/notesMaster1.xml" Id="R9cc70457ee78469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617c98238c84646" /><Relationship Type="http://schemas.openxmlformats.org/officeDocument/2006/relationships/notesMaster" Target="/ppt/notesMasters/notesMaster1.xml" Id="R083729254b9b4ca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7a8edbba1d44303" /><Relationship Type="http://schemas.openxmlformats.org/officeDocument/2006/relationships/notesMaster" Target="/ppt/notesMasters/notesMaster1.xml" Id="Rdaa7693f299a463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d24210d4f1645bb" /><Relationship Type="http://schemas.openxmlformats.org/officeDocument/2006/relationships/notesMaster" Target="/ppt/notesMasters/notesMaster1.xml" Id="Re4388ff44730463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9673d91bec14d3c" /><Relationship Type="http://schemas.openxmlformats.org/officeDocument/2006/relationships/notesMaster" Target="/ppt/notesMasters/notesMaster1.xml" Id="R517b8da92360447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Участник 1, 0:00–0:35. Мопеды вне bounded context. Готовый внешний сигнал запускает перенос приложения. Цель: сохранить данные и не создать двух писателей. Это архитектура, реализация будет во второй части.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Участник 1, 0:35–1:35. Своя БД у каждого сервиса. Разные команды, жизненные циклы и привилегии. Монолит возможен, но единая БД не делает внешнюю инфраструктуру транзакционной. Полная C4-схема находится в справочнике.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Участник 2, 1:35–2:25. Freeze прекращает новые записи и дренирует старые. Нулевое отставание до freeze не доказывает полноту копии. Выдаём разрешение, не выключаем питание. Последовательность проекта: docs/04-process.md.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Участник 2, 2:25–3:15. REST принимает команды, события уведомляют, сверка восстанавливает прогресс. At-least-once допускает дубли. Источник: https://www.rabbitmq.com/docs/confirms и https://www.rabbitmq.com/docs/reliability. Никакого exactly-once end-to-end.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Участник 3, 3:15–4:20. Контроллер сериализует PROMOTE и RESUME, закрытая generation не возрождается. Если B стал writer, автоматического отката нет. Полные три sequence-диаграммы в справочнике.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Участник 3, 4:20–5:00. При асинхронной репликации внезапная потеря A может потерять данные. Источник: https://www.postgresql.org/docs/current/warm-standby.html. Демо не доказывает production HA. Мопед прилетает один раз, сообщение о нём десять.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Резервный слайд для вопросов. Падение БД означает fail-closed сервиса. После promote отказ B не даёт права автоматически оживить 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Резервный слайд. Распределение работы и 14 приёмочных проверок: docs/defense/implementation-plan.md. Данные ожидаемых результатов являются проектными требованиями, а не уже пройденными тестами.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1d4d38989d44354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d9877341fed4cc4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f1f160b991d4f5f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97b1f6b490c4d80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00b0aafcc454a3f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abd7b19ca88406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6134E1DF-6E08-4071-A947-D06A3F9B178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D3E4C104-A2C8-4751-8388-35EEA24E77F7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5A480682-5831-4DBF-9C45-D214B3103F3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FF4C39F-0EB6-4D51-B038-8F3ED4A57ED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0D683D92-DF6E-4BD7-91F4-B7F364B3B15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C8340CEF-0B12-4BBB-9BC0-4E5B546201F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9902F904-0EC3-4001-8390-C7D018B0D85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56E37F9E-DDA0-4388-B3A9-42FD7E70B7A2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96B66630-A102-4024-A206-E51976A9261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6C7C3083-8EFD-411A-9938-37339D76273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11730d88093450d" /><Relationship Type="http://schemas.openxmlformats.org/officeDocument/2006/relationships/slideLayout" Target="/ppt/slideLayouts/slideLayout1.xml" Id="R56f3a64364734a26" /><Relationship Type="http://schemas.openxmlformats.org/officeDocument/2006/relationships/slideLayout" Target="/ppt/slideLayouts/slideLayout2.xml" Id="R38a3651d995c4fdf" /><Relationship Type="http://schemas.openxmlformats.org/officeDocument/2006/relationships/slideLayout" Target="/ppt/slideLayouts/slideLayout3.xml" Id="R19fa1c9c940e4914" /><Relationship Type="http://schemas.openxmlformats.org/officeDocument/2006/relationships/slideLayout" Target="/ppt/slideLayouts/slideLayout4.xml" Id="Re750513ba8914978" /><Relationship Type="http://schemas.openxmlformats.org/officeDocument/2006/relationships/slideLayout" Target="/ppt/slideLayouts/slideLayout5.xml" Id="Re13824f971474407" /><Relationship Type="http://schemas.openxmlformats.org/officeDocument/2006/relationships/slideLayout" Target="/ppt/slideLayouts/slideLayout6.xml" Id="Re8317abcf831440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6f3a64364734a26"/>
    <p:sldLayoutId xmlns:r="http://schemas.openxmlformats.org/officeDocument/2006/relationships" id="2147483650" r:id="R38a3651d995c4fdf"/>
    <p:sldLayoutId xmlns:r="http://schemas.openxmlformats.org/officeDocument/2006/relationships" id="2147483651" r:id="R19fa1c9c940e4914"/>
    <p:sldLayoutId xmlns:r="http://schemas.openxmlformats.org/officeDocument/2006/relationships" id="2147483652" r:id="Re750513ba8914978"/>
    <p:sldLayoutId xmlns:r="http://schemas.openxmlformats.org/officeDocument/2006/relationships" id="2147483653" r:id="Re13824f971474407"/>
    <p:sldLayoutId xmlns:r="http://schemas.openxmlformats.org/officeDocument/2006/relationships" id="2147483654" r:id="Re8317abcf831440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456fe377ca34796" /><Relationship Type="http://schemas.openxmlformats.org/officeDocument/2006/relationships/notesSlide" Target="/ppt/notesSlides/notesSlide1.xml" Id="Rfa478f76ade8461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7e0c2b3613642d4" /><Relationship Type="http://schemas.openxmlformats.org/officeDocument/2006/relationships/notesSlide" Target="/ppt/notesSlides/notesSlide2.xml" Id="R30221257d46140f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9468b042cf74a0a" /><Relationship Type="http://schemas.openxmlformats.org/officeDocument/2006/relationships/notesSlide" Target="/ppt/notesSlides/notesSlide3.xml" Id="Rf93dddae521840e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a44ad7b73bb464b" /><Relationship Type="http://schemas.openxmlformats.org/officeDocument/2006/relationships/notesSlide" Target="/ppt/notesSlides/notesSlide4.xml" Id="R331e19bd90464e1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daa1c6327c0461b" /><Relationship Type="http://schemas.openxmlformats.org/officeDocument/2006/relationships/notesSlide" Target="/ppt/notesSlides/notesSlide5.xml" Id="R7b8511ef37194aa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53a2cb25f184c7a" /><Relationship Type="http://schemas.openxmlformats.org/officeDocument/2006/relationships/notesSlide" Target="/ppt/notesSlides/notesSlide6.xml" Id="Rd20edc122910449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5ecb6335d9a431f" /><Relationship Type="http://schemas.openxmlformats.org/officeDocument/2006/relationships/notesSlide" Target="/ppt/notesSlides/notesSlide7.xml" Id="R0be196479c0e4da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cda0fd09be94086" /><Relationship Type="http://schemas.openxmlformats.org/officeDocument/2006/relationships/notesSlide" Target="/ppt/notesSlides/notesSlide8.xml" Id="R5c807b1d1b754fb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1D3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B6F7659-2DEC-4472-BA0F-DE233706A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10858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600" b="1">
                <a:solidFill>
                  <a:srgbClr val="F4F7FC"/>
                </a:solidFill>
                <a:latin typeface="Arial"/>
                <a:ea typeface="Arial"/>
                <a:cs typeface="Arial"/>
              </a:defRPr>
            </a:defPPr>
            <a:lvl1pPr>
              <a:defRPr sz="3600" b="1">
                <a:solidFill>
                  <a:srgbClr val="F4F7FC"/>
                </a:solidFill>
                <a:latin typeface="Arial"/>
                <a:ea typeface="Arial"/>
                <a:cs typeface="Arial"/>
              </a:defRPr>
            </a:lvl1pPr>
            <a:lvl2pPr>
              <a:defRPr sz="3600" b="1">
                <a:solidFill>
                  <a:srgbClr val="F4F7FC"/>
                </a:solidFill>
                <a:latin typeface="Arial"/>
                <a:ea typeface="Arial"/>
                <a:cs typeface="Arial"/>
              </a:defRPr>
            </a:lvl2pPr>
            <a:lvl3pPr>
              <a:defRPr sz="3600" b="1">
                <a:solidFill>
                  <a:srgbClr val="F4F7FC"/>
                </a:solidFill>
                <a:latin typeface="Arial"/>
                <a:ea typeface="Arial"/>
                <a:cs typeface="Arial"/>
              </a:defRPr>
            </a:lvl3pPr>
            <a:lvl4pPr>
              <a:defRPr sz="3600" b="1">
                <a:solidFill>
                  <a:srgbClr val="F4F7FC"/>
                </a:solidFill>
                <a:latin typeface="Arial"/>
                <a:ea typeface="Arial"/>
                <a:cs typeface="Arial"/>
              </a:defRPr>
            </a:lvl4pPr>
            <a:lvl5pPr>
              <a:defRPr sz="3600" b="1">
                <a:solidFill>
                  <a:srgbClr val="F4F7FC"/>
                </a:solidFill>
                <a:latin typeface="Arial"/>
                <a:ea typeface="Arial"/>
                <a:cs typeface="Arial"/>
              </a:defRPr>
            </a:lvl5pPr>
            <a:lvl6pPr>
              <a:defRPr sz="3600" b="1">
                <a:solidFill>
                  <a:srgbClr val="F4F7FC"/>
                </a:solidFill>
                <a:latin typeface="Arial"/>
                <a:ea typeface="Arial"/>
                <a:cs typeface="Arial"/>
              </a:defRPr>
            </a:lvl6pPr>
            <a:lvl7pPr>
              <a:defRPr sz="3600" b="1">
                <a:solidFill>
                  <a:srgbClr val="F4F7FC"/>
                </a:solidFill>
                <a:latin typeface="Arial"/>
                <a:ea typeface="Arial"/>
                <a:cs typeface="Arial"/>
              </a:defRPr>
            </a:lvl7pPr>
            <a:lvl8pPr>
              <a:defRPr sz="3600" b="1">
                <a:solidFill>
                  <a:srgbClr val="F4F7FC"/>
                </a:solidFill>
                <a:latin typeface="Arial"/>
                <a:ea typeface="Arial"/>
                <a:cs typeface="Arial"/>
              </a:defRPr>
            </a:lvl8pPr>
            <a:lvl9pPr>
              <a:defRPr sz="3600" b="1">
                <a:solidFill>
                  <a:srgbClr val="F4F7F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F4F7FC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4F7FC"/>
                </a:solidFill>
                <a:latin typeface="Arial"/>
                <a:ea typeface="Arial"/>
                <a:cs typeface="Arial"/>
              </a:rPr>
              <a:t>Мопед.NET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124AFAA-2EE4-4D71-81ED-1C2A91D28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8650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B3C4D9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B3C4D9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B3C4D9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B3C4D9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B3C4D9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B3C4D9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B3C4D9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B3C4D9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B3C4D9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B3C4D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B3C4D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B3C4D9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4A91E0F-9D16-4971-99B8-22C3F9842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00250"/>
            <a:ext cx="10668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450" b="0">
                <a:solidFill>
                  <a:srgbClr val="F4F7FC"/>
                </a:solidFill>
                <a:latin typeface="Arial"/>
                <a:ea typeface="Arial"/>
                <a:cs typeface="Arial"/>
              </a:defRPr>
            </a:defPPr>
            <a:lvl1pPr>
              <a:defRPr sz="3450" b="0">
                <a:solidFill>
                  <a:srgbClr val="F4F7FC"/>
                </a:solidFill>
                <a:latin typeface="Arial"/>
                <a:ea typeface="Arial"/>
                <a:cs typeface="Arial"/>
              </a:defRPr>
            </a:lvl1pPr>
            <a:lvl2pPr>
              <a:defRPr sz="3450" b="0">
                <a:solidFill>
                  <a:srgbClr val="F4F7FC"/>
                </a:solidFill>
                <a:latin typeface="Arial"/>
                <a:ea typeface="Arial"/>
                <a:cs typeface="Arial"/>
              </a:defRPr>
            </a:lvl2pPr>
            <a:lvl3pPr>
              <a:defRPr sz="3450" b="0">
                <a:solidFill>
                  <a:srgbClr val="F4F7FC"/>
                </a:solidFill>
                <a:latin typeface="Arial"/>
                <a:ea typeface="Arial"/>
                <a:cs typeface="Arial"/>
              </a:defRPr>
            </a:lvl3pPr>
            <a:lvl4pPr>
              <a:defRPr sz="3450" b="0">
                <a:solidFill>
                  <a:srgbClr val="F4F7FC"/>
                </a:solidFill>
                <a:latin typeface="Arial"/>
                <a:ea typeface="Arial"/>
                <a:cs typeface="Arial"/>
              </a:defRPr>
            </a:lvl4pPr>
            <a:lvl5pPr>
              <a:defRPr sz="3450" b="0">
                <a:solidFill>
                  <a:srgbClr val="F4F7FC"/>
                </a:solidFill>
                <a:latin typeface="Arial"/>
                <a:ea typeface="Arial"/>
                <a:cs typeface="Arial"/>
              </a:defRPr>
            </a:lvl5pPr>
            <a:lvl6pPr>
              <a:defRPr sz="3450" b="0">
                <a:solidFill>
                  <a:srgbClr val="F4F7FC"/>
                </a:solidFill>
                <a:latin typeface="Arial"/>
                <a:ea typeface="Arial"/>
                <a:cs typeface="Arial"/>
              </a:defRPr>
            </a:lvl6pPr>
            <a:lvl7pPr>
              <a:defRPr sz="3450" b="0">
                <a:solidFill>
                  <a:srgbClr val="F4F7FC"/>
                </a:solidFill>
                <a:latin typeface="Arial"/>
                <a:ea typeface="Arial"/>
                <a:cs typeface="Arial"/>
              </a:defRPr>
            </a:lvl7pPr>
            <a:lvl8pPr>
              <a:defRPr sz="3450" b="0">
                <a:solidFill>
                  <a:srgbClr val="F4F7FC"/>
                </a:solidFill>
                <a:latin typeface="Arial"/>
                <a:ea typeface="Arial"/>
                <a:cs typeface="Arial"/>
              </a:defRPr>
            </a:lvl8pPr>
            <a:lvl9pPr>
              <a:defRPr sz="3450" b="0">
                <a:solidFill>
                  <a:srgbClr val="F4F7F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450" b="0">
                <a:solidFill>
                  <a:srgbClr val="F4F7FC"/>
                </a:solidFill>
                <a:latin typeface="Arial"/>
                <a:ea typeface="Arial"/>
                <a:cs typeface="Arial"/>
              </a:defRPr>
            </a:pPr>
            <a:r>
              <a:rPr sz="3450" b="0">
                <a:solidFill>
                  <a:srgbClr val="F4F7FC"/>
                </a:solidFill>
                <a:latin typeface="Arial"/>
                <a:ea typeface="Arial"/>
                <a:cs typeface="Arial"/>
              </a:rPr>
              <a:t>Подготовка дата-центров</a:t>
            </a:r>
          </a:p>
          <a:p xmlns:a="http://schemas.openxmlformats.org/drawingml/2006/main">
            <a:pPr>
              <a:defRPr sz="3450" b="0">
                <a:solidFill>
                  <a:srgbClr val="F4F7FC"/>
                </a:solidFill>
                <a:latin typeface="Arial"/>
                <a:ea typeface="Arial"/>
                <a:cs typeface="Arial"/>
              </a:defRPr>
            </a:pPr>
            <a:r>
              <a:rPr sz="3450" b="0">
                <a:solidFill>
                  <a:srgbClr val="F4F7FC"/>
                </a:solidFill>
                <a:latin typeface="Arial"/>
                <a:ea typeface="Arial"/>
                <a:cs typeface="Arial"/>
              </a:rPr>
              <a:t>к угрозе отключения площадки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C6B6447-C609-41E0-B36F-2401B38BE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0"/>
            <a:ext cx="1066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74D8B6"/>
                </a:solidFill>
                <a:latin typeface="Arial"/>
                <a:ea typeface="Arial"/>
                <a:cs typeface="Arial"/>
              </a:defRPr>
            </a:defPPr>
            <a:lvl1pPr>
              <a:defRPr sz="2250" b="0">
                <a:solidFill>
                  <a:srgbClr val="74D8B6"/>
                </a:solidFill>
                <a:latin typeface="Arial"/>
                <a:ea typeface="Arial"/>
                <a:cs typeface="Arial"/>
              </a:defRPr>
            </a:lvl1pPr>
            <a:lvl2pPr>
              <a:defRPr sz="2250" b="0">
                <a:solidFill>
                  <a:srgbClr val="74D8B6"/>
                </a:solidFill>
                <a:latin typeface="Arial"/>
                <a:ea typeface="Arial"/>
                <a:cs typeface="Arial"/>
              </a:defRPr>
            </a:lvl2pPr>
            <a:lvl3pPr>
              <a:defRPr sz="2250" b="0">
                <a:solidFill>
                  <a:srgbClr val="74D8B6"/>
                </a:solidFill>
                <a:latin typeface="Arial"/>
                <a:ea typeface="Arial"/>
                <a:cs typeface="Arial"/>
              </a:defRPr>
            </a:lvl3pPr>
            <a:lvl4pPr>
              <a:defRPr sz="2250" b="0">
                <a:solidFill>
                  <a:srgbClr val="74D8B6"/>
                </a:solidFill>
                <a:latin typeface="Arial"/>
                <a:ea typeface="Arial"/>
                <a:cs typeface="Arial"/>
              </a:defRPr>
            </a:lvl4pPr>
            <a:lvl5pPr>
              <a:defRPr sz="2250" b="0">
                <a:solidFill>
                  <a:srgbClr val="74D8B6"/>
                </a:solidFill>
                <a:latin typeface="Arial"/>
                <a:ea typeface="Arial"/>
                <a:cs typeface="Arial"/>
              </a:defRPr>
            </a:lvl5pPr>
            <a:lvl6pPr>
              <a:defRPr sz="2250" b="0">
                <a:solidFill>
                  <a:srgbClr val="74D8B6"/>
                </a:solidFill>
                <a:latin typeface="Arial"/>
                <a:ea typeface="Arial"/>
                <a:cs typeface="Arial"/>
              </a:defRPr>
            </a:lvl6pPr>
            <a:lvl7pPr>
              <a:defRPr sz="2250" b="0">
                <a:solidFill>
                  <a:srgbClr val="74D8B6"/>
                </a:solidFill>
                <a:latin typeface="Arial"/>
                <a:ea typeface="Arial"/>
                <a:cs typeface="Arial"/>
              </a:defRPr>
            </a:lvl7pPr>
            <a:lvl8pPr>
              <a:defRPr sz="2250" b="0">
                <a:solidFill>
                  <a:srgbClr val="74D8B6"/>
                </a:solidFill>
                <a:latin typeface="Arial"/>
                <a:ea typeface="Arial"/>
                <a:cs typeface="Arial"/>
              </a:defRPr>
            </a:lvl8pPr>
            <a:lvl9pPr>
              <a:defRPr sz="2250" b="0">
                <a:solidFill>
                  <a:srgbClr val="74D8B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74D8B6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74D8B6"/>
                </a:solidFill>
                <a:latin typeface="Arial"/>
                <a:ea typeface="Arial"/>
                <a:cs typeface="Arial"/>
              </a:rPr>
              <a:t>Один workload. Две площадки. Один действующий writer.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15F3AE8-A2E6-4DF8-9CDF-9B3154359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19750"/>
            <a:ext cx="1047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B3C4D9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B3C4D9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B3C4D9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B3C4D9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B3C4D9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B3C4D9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B3C4D9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B3C4D9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B3C4D9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B3C4D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B3C4D9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B3C4D9"/>
                </a:solidFill>
                <a:latin typeface="Arial"/>
                <a:ea typeface="Arial"/>
                <a:cs typeface="Arial"/>
              </a:rPr>
              <a:t>Архитектурный проект для команды из трёх человек</a:t>
            </a:r>
          </a:p>
        </p:txBody>
      </p:sp>
    </p:spTree>
    <p:extLst>
      <p:ext uri="{BB962C8B-B14F-4D97-AF65-F5344CB8AC3E}">
        <p14:creationId xmlns:p14="http://schemas.microsoft.com/office/powerpoint/2010/main" val="177392596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101D3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19C3B4A-756A-4634-9706-C3A575397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10858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600" b="1">
                <a:solidFill>
                  <a:srgbClr val="F4F7FC"/>
                </a:solidFill>
                <a:latin typeface="Arial"/>
                <a:ea typeface="Arial"/>
                <a:cs typeface="Arial"/>
              </a:defRPr>
            </a:defPPr>
            <a:lvl1pPr>
              <a:defRPr sz="3600" b="1">
                <a:solidFill>
                  <a:srgbClr val="F4F7FC"/>
                </a:solidFill>
                <a:latin typeface="Arial"/>
                <a:ea typeface="Arial"/>
                <a:cs typeface="Arial"/>
              </a:defRPr>
            </a:lvl1pPr>
            <a:lvl2pPr>
              <a:defRPr sz="3600" b="1">
                <a:solidFill>
                  <a:srgbClr val="F4F7FC"/>
                </a:solidFill>
                <a:latin typeface="Arial"/>
                <a:ea typeface="Arial"/>
                <a:cs typeface="Arial"/>
              </a:defRPr>
            </a:lvl2pPr>
            <a:lvl3pPr>
              <a:defRPr sz="3600" b="1">
                <a:solidFill>
                  <a:srgbClr val="F4F7FC"/>
                </a:solidFill>
                <a:latin typeface="Arial"/>
                <a:ea typeface="Arial"/>
                <a:cs typeface="Arial"/>
              </a:defRPr>
            </a:lvl3pPr>
            <a:lvl4pPr>
              <a:defRPr sz="3600" b="1">
                <a:solidFill>
                  <a:srgbClr val="F4F7FC"/>
                </a:solidFill>
                <a:latin typeface="Arial"/>
                <a:ea typeface="Arial"/>
                <a:cs typeface="Arial"/>
              </a:defRPr>
            </a:lvl4pPr>
            <a:lvl5pPr>
              <a:defRPr sz="3600" b="1">
                <a:solidFill>
                  <a:srgbClr val="F4F7FC"/>
                </a:solidFill>
                <a:latin typeface="Arial"/>
                <a:ea typeface="Arial"/>
                <a:cs typeface="Arial"/>
              </a:defRPr>
            </a:lvl5pPr>
            <a:lvl6pPr>
              <a:defRPr sz="3600" b="1">
                <a:solidFill>
                  <a:srgbClr val="F4F7FC"/>
                </a:solidFill>
                <a:latin typeface="Arial"/>
                <a:ea typeface="Arial"/>
                <a:cs typeface="Arial"/>
              </a:defRPr>
            </a:lvl6pPr>
            <a:lvl7pPr>
              <a:defRPr sz="3600" b="1">
                <a:solidFill>
                  <a:srgbClr val="F4F7FC"/>
                </a:solidFill>
                <a:latin typeface="Arial"/>
                <a:ea typeface="Arial"/>
                <a:cs typeface="Arial"/>
              </a:defRPr>
            </a:lvl7pPr>
            <a:lvl8pPr>
              <a:defRPr sz="3600" b="1">
                <a:solidFill>
                  <a:srgbClr val="F4F7FC"/>
                </a:solidFill>
                <a:latin typeface="Arial"/>
                <a:ea typeface="Arial"/>
                <a:cs typeface="Arial"/>
              </a:defRPr>
            </a:lvl8pPr>
            <a:lvl9pPr>
              <a:defRPr sz="3600" b="1">
                <a:solidFill>
                  <a:srgbClr val="F4F7F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F4F7FC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4F7FC"/>
                </a:solidFill>
                <a:latin typeface="Arial"/>
                <a:ea typeface="Arial"/>
                <a:cs typeface="Arial"/>
              </a:rPr>
              <a:t>Пять владельцев состояния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26F1754-2143-43B1-83D9-AB0A0B466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8650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B3C4D9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B3C4D9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B3C4D9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B3C4D9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B3C4D9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B3C4D9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B3C4D9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B3C4D9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B3C4D9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B3C4D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B3C4D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B3C4D9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AA7777E-868D-4636-B7B6-6D4A6BE34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3143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74D8B6"/>
                </a:solidFill>
                <a:latin typeface="Arial"/>
                <a:ea typeface="Arial"/>
                <a:cs typeface="Arial"/>
              </a:defRPr>
            </a:defPPr>
            <a:lvl1pPr>
              <a:defRPr sz="2175" b="1">
                <a:solidFill>
                  <a:srgbClr val="74D8B6"/>
                </a:solidFill>
                <a:latin typeface="Arial"/>
                <a:ea typeface="Arial"/>
                <a:cs typeface="Arial"/>
              </a:defRPr>
            </a:lvl1pPr>
            <a:lvl2pPr>
              <a:defRPr sz="2175" b="1">
                <a:solidFill>
                  <a:srgbClr val="74D8B6"/>
                </a:solidFill>
                <a:latin typeface="Arial"/>
                <a:ea typeface="Arial"/>
                <a:cs typeface="Arial"/>
              </a:defRPr>
            </a:lvl2pPr>
            <a:lvl3pPr>
              <a:defRPr sz="2175" b="1">
                <a:solidFill>
                  <a:srgbClr val="74D8B6"/>
                </a:solidFill>
                <a:latin typeface="Arial"/>
                <a:ea typeface="Arial"/>
                <a:cs typeface="Arial"/>
              </a:defRPr>
            </a:lvl3pPr>
            <a:lvl4pPr>
              <a:defRPr sz="2175" b="1">
                <a:solidFill>
                  <a:srgbClr val="74D8B6"/>
                </a:solidFill>
                <a:latin typeface="Arial"/>
                <a:ea typeface="Arial"/>
                <a:cs typeface="Arial"/>
              </a:defRPr>
            </a:lvl4pPr>
            <a:lvl5pPr>
              <a:defRPr sz="2175" b="1">
                <a:solidFill>
                  <a:srgbClr val="74D8B6"/>
                </a:solidFill>
                <a:latin typeface="Arial"/>
                <a:ea typeface="Arial"/>
                <a:cs typeface="Arial"/>
              </a:defRPr>
            </a:lvl5pPr>
            <a:lvl6pPr>
              <a:defRPr sz="2175" b="1">
                <a:solidFill>
                  <a:srgbClr val="74D8B6"/>
                </a:solidFill>
                <a:latin typeface="Arial"/>
                <a:ea typeface="Arial"/>
                <a:cs typeface="Arial"/>
              </a:defRPr>
            </a:lvl6pPr>
            <a:lvl7pPr>
              <a:defRPr sz="2175" b="1">
                <a:solidFill>
                  <a:srgbClr val="74D8B6"/>
                </a:solidFill>
                <a:latin typeface="Arial"/>
                <a:ea typeface="Arial"/>
                <a:cs typeface="Arial"/>
              </a:defRPr>
            </a:lvl7pPr>
            <a:lvl8pPr>
              <a:defRPr sz="2175" b="1">
                <a:solidFill>
                  <a:srgbClr val="74D8B6"/>
                </a:solidFill>
                <a:latin typeface="Arial"/>
                <a:ea typeface="Arial"/>
                <a:cs typeface="Arial"/>
              </a:defRPr>
            </a:lvl8pPr>
            <a:lvl9pPr>
              <a:defRPr sz="2175" b="1">
                <a:solidFill>
                  <a:srgbClr val="74D8B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74D8B6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74D8B6"/>
                </a:solidFill>
                <a:latin typeface="Arial"/>
                <a:ea typeface="Arial"/>
                <a:cs typeface="Arial"/>
              </a:rPr>
              <a:t>Incident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7738DAC-13FF-4CC9-9871-36D4D417D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1619250"/>
            <a:ext cx="7429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F4F7FC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F4F7FC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F4F7FC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F4F7FC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F4F7FC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F4F7FC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F4F7FC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F4F7FC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F4F7FC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F4F7F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F4F7FC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4F7FC"/>
                </a:solidFill>
                <a:latin typeface="Arial"/>
                <a:ea typeface="Arial"/>
                <a:cs typeface="Arial"/>
              </a:rPr>
              <a:t>Тревоги, долговечная saga и восстановление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BD66994-7D8F-422B-BBC3-14BEC3A18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28875"/>
            <a:ext cx="3143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74D8B6"/>
                </a:solidFill>
                <a:latin typeface="Arial"/>
                <a:ea typeface="Arial"/>
                <a:cs typeface="Arial"/>
              </a:defRPr>
            </a:defPPr>
            <a:lvl1pPr>
              <a:defRPr sz="2175" b="1">
                <a:solidFill>
                  <a:srgbClr val="74D8B6"/>
                </a:solidFill>
                <a:latin typeface="Arial"/>
                <a:ea typeface="Arial"/>
                <a:cs typeface="Arial"/>
              </a:defRPr>
            </a:lvl1pPr>
            <a:lvl2pPr>
              <a:defRPr sz="2175" b="1">
                <a:solidFill>
                  <a:srgbClr val="74D8B6"/>
                </a:solidFill>
                <a:latin typeface="Arial"/>
                <a:ea typeface="Arial"/>
                <a:cs typeface="Arial"/>
              </a:defRPr>
            </a:lvl2pPr>
            <a:lvl3pPr>
              <a:defRPr sz="2175" b="1">
                <a:solidFill>
                  <a:srgbClr val="74D8B6"/>
                </a:solidFill>
                <a:latin typeface="Arial"/>
                <a:ea typeface="Arial"/>
                <a:cs typeface="Arial"/>
              </a:defRPr>
            </a:lvl3pPr>
            <a:lvl4pPr>
              <a:defRPr sz="2175" b="1">
                <a:solidFill>
                  <a:srgbClr val="74D8B6"/>
                </a:solidFill>
                <a:latin typeface="Arial"/>
                <a:ea typeface="Arial"/>
                <a:cs typeface="Arial"/>
              </a:defRPr>
            </a:lvl4pPr>
            <a:lvl5pPr>
              <a:defRPr sz="2175" b="1">
                <a:solidFill>
                  <a:srgbClr val="74D8B6"/>
                </a:solidFill>
                <a:latin typeface="Arial"/>
                <a:ea typeface="Arial"/>
                <a:cs typeface="Arial"/>
              </a:defRPr>
            </a:lvl5pPr>
            <a:lvl6pPr>
              <a:defRPr sz="2175" b="1">
                <a:solidFill>
                  <a:srgbClr val="74D8B6"/>
                </a:solidFill>
                <a:latin typeface="Arial"/>
                <a:ea typeface="Arial"/>
                <a:cs typeface="Arial"/>
              </a:defRPr>
            </a:lvl6pPr>
            <a:lvl7pPr>
              <a:defRPr sz="2175" b="1">
                <a:solidFill>
                  <a:srgbClr val="74D8B6"/>
                </a:solidFill>
                <a:latin typeface="Arial"/>
                <a:ea typeface="Arial"/>
                <a:cs typeface="Arial"/>
              </a:defRPr>
            </a:lvl7pPr>
            <a:lvl8pPr>
              <a:defRPr sz="2175" b="1">
                <a:solidFill>
                  <a:srgbClr val="74D8B6"/>
                </a:solidFill>
                <a:latin typeface="Arial"/>
                <a:ea typeface="Arial"/>
                <a:cs typeface="Arial"/>
              </a:defRPr>
            </a:lvl8pPr>
            <a:lvl9pPr>
              <a:defRPr sz="2175" b="1">
                <a:solidFill>
                  <a:srgbClr val="74D8B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74D8B6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74D8B6"/>
                </a:solidFill>
                <a:latin typeface="Arial"/>
                <a:ea typeface="Arial"/>
                <a:cs typeface="Arial"/>
              </a:rPr>
              <a:t>Capacity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2F3F76E-2309-499E-A85A-B5548BD17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2428875"/>
            <a:ext cx="7429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F4F7FC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F4F7FC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F4F7FC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F4F7FC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F4F7FC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F4F7FC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F4F7FC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F4F7FC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F4F7FC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F4F7F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F4F7FC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4F7FC"/>
                </a:solidFill>
                <a:latin typeface="Arial"/>
                <a:ea typeface="Arial"/>
                <a:cs typeface="Arial"/>
              </a:rPr>
              <a:t>Резервы CPU/RAM без двойного выделения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B790DC8-112A-4446-96AC-8D26F5693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0"/>
            <a:ext cx="3143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74D8B6"/>
                </a:solidFill>
                <a:latin typeface="Arial"/>
                <a:ea typeface="Arial"/>
                <a:cs typeface="Arial"/>
              </a:defRPr>
            </a:defPPr>
            <a:lvl1pPr>
              <a:defRPr sz="2175" b="1">
                <a:solidFill>
                  <a:srgbClr val="74D8B6"/>
                </a:solidFill>
                <a:latin typeface="Arial"/>
                <a:ea typeface="Arial"/>
                <a:cs typeface="Arial"/>
              </a:defRPr>
            </a:lvl1pPr>
            <a:lvl2pPr>
              <a:defRPr sz="2175" b="1">
                <a:solidFill>
                  <a:srgbClr val="74D8B6"/>
                </a:solidFill>
                <a:latin typeface="Arial"/>
                <a:ea typeface="Arial"/>
                <a:cs typeface="Arial"/>
              </a:defRPr>
            </a:lvl2pPr>
            <a:lvl3pPr>
              <a:defRPr sz="2175" b="1">
                <a:solidFill>
                  <a:srgbClr val="74D8B6"/>
                </a:solidFill>
                <a:latin typeface="Arial"/>
                <a:ea typeface="Arial"/>
                <a:cs typeface="Arial"/>
              </a:defRPr>
            </a:lvl3pPr>
            <a:lvl4pPr>
              <a:defRPr sz="2175" b="1">
                <a:solidFill>
                  <a:srgbClr val="74D8B6"/>
                </a:solidFill>
                <a:latin typeface="Arial"/>
                <a:ea typeface="Arial"/>
                <a:cs typeface="Arial"/>
              </a:defRPr>
            </a:lvl4pPr>
            <a:lvl5pPr>
              <a:defRPr sz="2175" b="1">
                <a:solidFill>
                  <a:srgbClr val="74D8B6"/>
                </a:solidFill>
                <a:latin typeface="Arial"/>
                <a:ea typeface="Arial"/>
                <a:cs typeface="Arial"/>
              </a:defRPr>
            </a:lvl5pPr>
            <a:lvl6pPr>
              <a:defRPr sz="2175" b="1">
                <a:solidFill>
                  <a:srgbClr val="74D8B6"/>
                </a:solidFill>
                <a:latin typeface="Arial"/>
                <a:ea typeface="Arial"/>
                <a:cs typeface="Arial"/>
              </a:defRPr>
            </a:lvl6pPr>
            <a:lvl7pPr>
              <a:defRPr sz="2175" b="1">
                <a:solidFill>
                  <a:srgbClr val="74D8B6"/>
                </a:solidFill>
                <a:latin typeface="Arial"/>
                <a:ea typeface="Arial"/>
                <a:cs typeface="Arial"/>
              </a:defRPr>
            </a:lvl7pPr>
            <a:lvl8pPr>
              <a:defRPr sz="2175" b="1">
                <a:solidFill>
                  <a:srgbClr val="74D8B6"/>
                </a:solidFill>
                <a:latin typeface="Arial"/>
                <a:ea typeface="Arial"/>
                <a:cs typeface="Arial"/>
              </a:defRPr>
            </a:lvl8pPr>
            <a:lvl9pPr>
              <a:defRPr sz="2175" b="1">
                <a:solidFill>
                  <a:srgbClr val="74D8B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74D8B6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74D8B6"/>
                </a:solidFill>
                <a:latin typeface="Arial"/>
                <a:ea typeface="Arial"/>
                <a:cs typeface="Arial"/>
              </a:rPr>
              <a:t>Data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987A6A0-C55C-403C-8A5C-BF3C0C6D0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3238500"/>
            <a:ext cx="7429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F4F7FC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F4F7FC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F4F7FC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F4F7FC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F4F7FC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F4F7FC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F4F7FC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F4F7FC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F4F7FC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F4F7F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F4F7FC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4F7FC"/>
                </a:solidFill>
                <a:latin typeface="Arial"/>
                <a:ea typeface="Arial"/>
                <a:cs typeface="Arial"/>
              </a:rPr>
              <a:t>Доказательство применения checkpoint на B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EE0F58C-7D32-4FE6-9CB1-1AD1C8692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48125"/>
            <a:ext cx="3143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74D8B6"/>
                </a:solidFill>
                <a:latin typeface="Arial"/>
                <a:ea typeface="Arial"/>
                <a:cs typeface="Arial"/>
              </a:defRPr>
            </a:defPPr>
            <a:lvl1pPr>
              <a:defRPr sz="2175" b="1">
                <a:solidFill>
                  <a:srgbClr val="74D8B6"/>
                </a:solidFill>
                <a:latin typeface="Arial"/>
                <a:ea typeface="Arial"/>
                <a:cs typeface="Arial"/>
              </a:defRPr>
            </a:lvl1pPr>
            <a:lvl2pPr>
              <a:defRPr sz="2175" b="1">
                <a:solidFill>
                  <a:srgbClr val="74D8B6"/>
                </a:solidFill>
                <a:latin typeface="Arial"/>
                <a:ea typeface="Arial"/>
                <a:cs typeface="Arial"/>
              </a:defRPr>
            </a:lvl2pPr>
            <a:lvl3pPr>
              <a:defRPr sz="2175" b="1">
                <a:solidFill>
                  <a:srgbClr val="74D8B6"/>
                </a:solidFill>
                <a:latin typeface="Arial"/>
                <a:ea typeface="Arial"/>
                <a:cs typeface="Arial"/>
              </a:defRPr>
            </a:lvl3pPr>
            <a:lvl4pPr>
              <a:defRPr sz="2175" b="1">
                <a:solidFill>
                  <a:srgbClr val="74D8B6"/>
                </a:solidFill>
                <a:latin typeface="Arial"/>
                <a:ea typeface="Arial"/>
                <a:cs typeface="Arial"/>
              </a:defRPr>
            </a:lvl4pPr>
            <a:lvl5pPr>
              <a:defRPr sz="2175" b="1">
                <a:solidFill>
                  <a:srgbClr val="74D8B6"/>
                </a:solidFill>
                <a:latin typeface="Arial"/>
                <a:ea typeface="Arial"/>
                <a:cs typeface="Arial"/>
              </a:defRPr>
            </a:lvl5pPr>
            <a:lvl6pPr>
              <a:defRPr sz="2175" b="1">
                <a:solidFill>
                  <a:srgbClr val="74D8B6"/>
                </a:solidFill>
                <a:latin typeface="Arial"/>
                <a:ea typeface="Arial"/>
                <a:cs typeface="Arial"/>
              </a:defRPr>
            </a:lvl6pPr>
            <a:lvl7pPr>
              <a:defRPr sz="2175" b="1">
                <a:solidFill>
                  <a:srgbClr val="74D8B6"/>
                </a:solidFill>
                <a:latin typeface="Arial"/>
                <a:ea typeface="Arial"/>
                <a:cs typeface="Arial"/>
              </a:defRPr>
            </a:lvl7pPr>
            <a:lvl8pPr>
              <a:defRPr sz="2175" b="1">
                <a:solidFill>
                  <a:srgbClr val="74D8B6"/>
                </a:solidFill>
                <a:latin typeface="Arial"/>
                <a:ea typeface="Arial"/>
                <a:cs typeface="Arial"/>
              </a:defRPr>
            </a:lvl8pPr>
            <a:lvl9pPr>
              <a:defRPr sz="2175" b="1">
                <a:solidFill>
                  <a:srgbClr val="74D8B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74D8B6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74D8B6"/>
                </a:solidFill>
                <a:latin typeface="Arial"/>
                <a:ea typeface="Arial"/>
                <a:cs typeface="Arial"/>
              </a:rPr>
              <a:t>Traffic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CC18C98-8182-4C68-967E-35F83E0A7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4048125"/>
            <a:ext cx="7429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F4F7FC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F4F7FC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F4F7FC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F4F7FC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F4F7FC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F4F7FC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F4F7FC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F4F7FC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F4F7FC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F4F7F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F4F7FC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4F7FC"/>
                </a:solidFill>
                <a:latin typeface="Arial"/>
                <a:ea typeface="Arial"/>
                <a:cs typeface="Arial"/>
              </a:rPr>
              <a:t>Fencing, право записи и маршрут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B638BBB-C9B7-4604-90FD-4DC87D5C6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57750"/>
            <a:ext cx="3143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74D8B6"/>
                </a:solidFill>
                <a:latin typeface="Arial"/>
                <a:ea typeface="Arial"/>
                <a:cs typeface="Arial"/>
              </a:defRPr>
            </a:defPPr>
            <a:lvl1pPr>
              <a:defRPr sz="2175" b="1">
                <a:solidFill>
                  <a:srgbClr val="74D8B6"/>
                </a:solidFill>
                <a:latin typeface="Arial"/>
                <a:ea typeface="Arial"/>
                <a:cs typeface="Arial"/>
              </a:defRPr>
            </a:lvl1pPr>
            <a:lvl2pPr>
              <a:defRPr sz="2175" b="1">
                <a:solidFill>
                  <a:srgbClr val="74D8B6"/>
                </a:solidFill>
                <a:latin typeface="Arial"/>
                <a:ea typeface="Arial"/>
                <a:cs typeface="Arial"/>
              </a:defRPr>
            </a:lvl2pPr>
            <a:lvl3pPr>
              <a:defRPr sz="2175" b="1">
                <a:solidFill>
                  <a:srgbClr val="74D8B6"/>
                </a:solidFill>
                <a:latin typeface="Arial"/>
                <a:ea typeface="Arial"/>
                <a:cs typeface="Arial"/>
              </a:defRPr>
            </a:lvl3pPr>
            <a:lvl4pPr>
              <a:defRPr sz="2175" b="1">
                <a:solidFill>
                  <a:srgbClr val="74D8B6"/>
                </a:solidFill>
                <a:latin typeface="Arial"/>
                <a:ea typeface="Arial"/>
                <a:cs typeface="Arial"/>
              </a:defRPr>
            </a:lvl4pPr>
            <a:lvl5pPr>
              <a:defRPr sz="2175" b="1">
                <a:solidFill>
                  <a:srgbClr val="74D8B6"/>
                </a:solidFill>
                <a:latin typeface="Arial"/>
                <a:ea typeface="Arial"/>
                <a:cs typeface="Arial"/>
              </a:defRPr>
            </a:lvl5pPr>
            <a:lvl6pPr>
              <a:defRPr sz="2175" b="1">
                <a:solidFill>
                  <a:srgbClr val="74D8B6"/>
                </a:solidFill>
                <a:latin typeface="Arial"/>
                <a:ea typeface="Arial"/>
                <a:cs typeface="Arial"/>
              </a:defRPr>
            </a:lvl6pPr>
            <a:lvl7pPr>
              <a:defRPr sz="2175" b="1">
                <a:solidFill>
                  <a:srgbClr val="74D8B6"/>
                </a:solidFill>
                <a:latin typeface="Arial"/>
                <a:ea typeface="Arial"/>
                <a:cs typeface="Arial"/>
              </a:defRPr>
            </a:lvl7pPr>
            <a:lvl8pPr>
              <a:defRPr sz="2175" b="1">
                <a:solidFill>
                  <a:srgbClr val="74D8B6"/>
                </a:solidFill>
                <a:latin typeface="Arial"/>
                <a:ea typeface="Arial"/>
                <a:cs typeface="Arial"/>
              </a:defRPr>
            </a:lvl8pPr>
            <a:lvl9pPr>
              <a:defRPr sz="2175" b="1">
                <a:solidFill>
                  <a:srgbClr val="74D8B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74D8B6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74D8B6"/>
                </a:solidFill>
                <a:latin typeface="Arial"/>
                <a:ea typeface="Arial"/>
                <a:cs typeface="Arial"/>
              </a:rPr>
              <a:t>Readiness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9826FF2-FF2D-4AFF-B015-649F2E750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4857750"/>
            <a:ext cx="7429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F4F7FC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F4F7FC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F4F7FC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F4F7FC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F4F7FC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F4F7FC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F4F7FC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F4F7FC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F4F7FC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F4F7F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F4F7FC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4F7FC"/>
                </a:solidFill>
                <a:latin typeface="Arial"/>
                <a:ea typeface="Arial"/>
                <a:cs typeface="Arial"/>
              </a:rPr>
              <a:t>Задания инженеров и разрешение на отключение</a:t>
            </a:r>
          </a:p>
        </p:txBody>
      </p:sp>
    </p:spTree>
    <p:extLst>
      <p:ext uri="{BB962C8B-B14F-4D97-AF65-F5344CB8AC3E}">
        <p14:creationId xmlns:p14="http://schemas.microsoft.com/office/powerpoint/2010/main" val="150818524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101D3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62A45BE-DC73-403C-BBEC-E0C87BF5D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10858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600" b="1">
                <a:solidFill>
                  <a:srgbClr val="F4F7FC"/>
                </a:solidFill>
                <a:latin typeface="Arial"/>
                <a:ea typeface="Arial"/>
                <a:cs typeface="Arial"/>
              </a:defRPr>
            </a:defPPr>
            <a:lvl1pPr>
              <a:defRPr sz="3600" b="1">
                <a:solidFill>
                  <a:srgbClr val="F4F7FC"/>
                </a:solidFill>
                <a:latin typeface="Arial"/>
                <a:ea typeface="Arial"/>
                <a:cs typeface="Arial"/>
              </a:defRPr>
            </a:lvl1pPr>
            <a:lvl2pPr>
              <a:defRPr sz="3600" b="1">
                <a:solidFill>
                  <a:srgbClr val="F4F7FC"/>
                </a:solidFill>
                <a:latin typeface="Arial"/>
                <a:ea typeface="Arial"/>
                <a:cs typeface="Arial"/>
              </a:defRPr>
            </a:lvl2pPr>
            <a:lvl3pPr>
              <a:defRPr sz="3600" b="1">
                <a:solidFill>
                  <a:srgbClr val="F4F7FC"/>
                </a:solidFill>
                <a:latin typeface="Arial"/>
                <a:ea typeface="Arial"/>
                <a:cs typeface="Arial"/>
              </a:defRPr>
            </a:lvl3pPr>
            <a:lvl4pPr>
              <a:defRPr sz="3600" b="1">
                <a:solidFill>
                  <a:srgbClr val="F4F7FC"/>
                </a:solidFill>
                <a:latin typeface="Arial"/>
                <a:ea typeface="Arial"/>
                <a:cs typeface="Arial"/>
              </a:defRPr>
            </a:lvl4pPr>
            <a:lvl5pPr>
              <a:defRPr sz="3600" b="1">
                <a:solidFill>
                  <a:srgbClr val="F4F7FC"/>
                </a:solidFill>
                <a:latin typeface="Arial"/>
                <a:ea typeface="Arial"/>
                <a:cs typeface="Arial"/>
              </a:defRPr>
            </a:lvl5pPr>
            <a:lvl6pPr>
              <a:defRPr sz="3600" b="1">
                <a:solidFill>
                  <a:srgbClr val="F4F7FC"/>
                </a:solidFill>
                <a:latin typeface="Arial"/>
                <a:ea typeface="Arial"/>
                <a:cs typeface="Arial"/>
              </a:defRPr>
            </a:lvl6pPr>
            <a:lvl7pPr>
              <a:defRPr sz="3600" b="1">
                <a:solidFill>
                  <a:srgbClr val="F4F7FC"/>
                </a:solidFill>
                <a:latin typeface="Arial"/>
                <a:ea typeface="Arial"/>
                <a:cs typeface="Arial"/>
              </a:defRPr>
            </a:lvl7pPr>
            <a:lvl8pPr>
              <a:defRPr sz="3600" b="1">
                <a:solidFill>
                  <a:srgbClr val="F4F7FC"/>
                </a:solidFill>
                <a:latin typeface="Arial"/>
                <a:ea typeface="Arial"/>
                <a:cs typeface="Arial"/>
              </a:defRPr>
            </a:lvl8pPr>
            <a:lvl9pPr>
              <a:defRPr sz="3600" b="1">
                <a:solidFill>
                  <a:srgbClr val="F4F7F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F4F7FC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4F7FC"/>
                </a:solidFill>
                <a:latin typeface="Arial"/>
                <a:ea typeface="Arial"/>
                <a:cs typeface="Arial"/>
              </a:rPr>
              <a:t>Плановый перенос A → B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7644A82-4813-4381-86B7-26D5FA219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8650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B3C4D9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B3C4D9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B3C4D9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B3C4D9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B3C4D9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B3C4D9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B3C4D9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B3C4D9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B3C4D9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B3C4D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B3C4D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B3C4D9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EEBFE0A-19A4-4F5F-A671-E39266C3C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3143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74D8B6"/>
                </a:solidFill>
                <a:latin typeface="Arial"/>
                <a:ea typeface="Arial"/>
                <a:cs typeface="Arial"/>
              </a:defRPr>
            </a:defPPr>
            <a:lvl1pPr>
              <a:defRPr sz="2175" b="1">
                <a:solidFill>
                  <a:srgbClr val="74D8B6"/>
                </a:solidFill>
                <a:latin typeface="Arial"/>
                <a:ea typeface="Arial"/>
                <a:cs typeface="Arial"/>
              </a:defRPr>
            </a:lvl1pPr>
            <a:lvl2pPr>
              <a:defRPr sz="2175" b="1">
                <a:solidFill>
                  <a:srgbClr val="74D8B6"/>
                </a:solidFill>
                <a:latin typeface="Arial"/>
                <a:ea typeface="Arial"/>
                <a:cs typeface="Arial"/>
              </a:defRPr>
            </a:lvl2pPr>
            <a:lvl3pPr>
              <a:defRPr sz="2175" b="1">
                <a:solidFill>
                  <a:srgbClr val="74D8B6"/>
                </a:solidFill>
                <a:latin typeface="Arial"/>
                <a:ea typeface="Arial"/>
                <a:cs typeface="Arial"/>
              </a:defRPr>
            </a:lvl3pPr>
            <a:lvl4pPr>
              <a:defRPr sz="2175" b="1">
                <a:solidFill>
                  <a:srgbClr val="74D8B6"/>
                </a:solidFill>
                <a:latin typeface="Arial"/>
                <a:ea typeface="Arial"/>
                <a:cs typeface="Arial"/>
              </a:defRPr>
            </a:lvl4pPr>
            <a:lvl5pPr>
              <a:defRPr sz="2175" b="1">
                <a:solidFill>
                  <a:srgbClr val="74D8B6"/>
                </a:solidFill>
                <a:latin typeface="Arial"/>
                <a:ea typeface="Arial"/>
                <a:cs typeface="Arial"/>
              </a:defRPr>
            </a:lvl5pPr>
            <a:lvl6pPr>
              <a:defRPr sz="2175" b="1">
                <a:solidFill>
                  <a:srgbClr val="74D8B6"/>
                </a:solidFill>
                <a:latin typeface="Arial"/>
                <a:ea typeface="Arial"/>
                <a:cs typeface="Arial"/>
              </a:defRPr>
            </a:lvl6pPr>
            <a:lvl7pPr>
              <a:defRPr sz="2175" b="1">
                <a:solidFill>
                  <a:srgbClr val="74D8B6"/>
                </a:solidFill>
                <a:latin typeface="Arial"/>
                <a:ea typeface="Arial"/>
                <a:cs typeface="Arial"/>
              </a:defRPr>
            </a:lvl7pPr>
            <a:lvl8pPr>
              <a:defRPr sz="2175" b="1">
                <a:solidFill>
                  <a:srgbClr val="74D8B6"/>
                </a:solidFill>
                <a:latin typeface="Arial"/>
                <a:ea typeface="Arial"/>
                <a:cs typeface="Arial"/>
              </a:defRPr>
            </a:lvl8pPr>
            <a:lvl9pPr>
              <a:defRPr sz="2175" b="1">
                <a:solidFill>
                  <a:srgbClr val="74D8B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74D8B6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74D8B6"/>
                </a:solidFill>
                <a:latin typeface="Arial"/>
                <a:ea typeface="Arial"/>
                <a:cs typeface="Arial"/>
              </a:rPr>
              <a:t>01  Подготовка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658A6C3-8821-4C9F-87FD-A6FE4FF02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1619250"/>
            <a:ext cx="7429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F4F7FC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F4F7FC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F4F7FC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F4F7FC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F4F7FC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F4F7FC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F4F7FC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F4F7FC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F4F7FC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F4F7F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F4F7FC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4F7FC"/>
                </a:solidFill>
                <a:latin typeface="Arial"/>
                <a:ea typeface="Arial"/>
                <a:cs typeface="Arial"/>
              </a:rPr>
              <a:t>Резерв B и проверка реплики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E15F618-856F-40B1-8D25-31E7F0266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3143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74D8B6"/>
                </a:solidFill>
                <a:latin typeface="Arial"/>
                <a:ea typeface="Arial"/>
                <a:cs typeface="Arial"/>
              </a:defRPr>
            </a:defPPr>
            <a:lvl1pPr>
              <a:defRPr sz="2175" b="1">
                <a:solidFill>
                  <a:srgbClr val="74D8B6"/>
                </a:solidFill>
                <a:latin typeface="Arial"/>
                <a:ea typeface="Arial"/>
                <a:cs typeface="Arial"/>
              </a:defRPr>
            </a:lvl1pPr>
            <a:lvl2pPr>
              <a:defRPr sz="2175" b="1">
                <a:solidFill>
                  <a:srgbClr val="74D8B6"/>
                </a:solidFill>
                <a:latin typeface="Arial"/>
                <a:ea typeface="Arial"/>
                <a:cs typeface="Arial"/>
              </a:defRPr>
            </a:lvl2pPr>
            <a:lvl3pPr>
              <a:defRPr sz="2175" b="1">
                <a:solidFill>
                  <a:srgbClr val="74D8B6"/>
                </a:solidFill>
                <a:latin typeface="Arial"/>
                <a:ea typeface="Arial"/>
                <a:cs typeface="Arial"/>
              </a:defRPr>
            </a:lvl3pPr>
            <a:lvl4pPr>
              <a:defRPr sz="2175" b="1">
                <a:solidFill>
                  <a:srgbClr val="74D8B6"/>
                </a:solidFill>
                <a:latin typeface="Arial"/>
                <a:ea typeface="Arial"/>
                <a:cs typeface="Arial"/>
              </a:defRPr>
            </a:lvl4pPr>
            <a:lvl5pPr>
              <a:defRPr sz="2175" b="1">
                <a:solidFill>
                  <a:srgbClr val="74D8B6"/>
                </a:solidFill>
                <a:latin typeface="Arial"/>
                <a:ea typeface="Arial"/>
                <a:cs typeface="Arial"/>
              </a:defRPr>
            </a:lvl5pPr>
            <a:lvl6pPr>
              <a:defRPr sz="2175" b="1">
                <a:solidFill>
                  <a:srgbClr val="74D8B6"/>
                </a:solidFill>
                <a:latin typeface="Arial"/>
                <a:ea typeface="Arial"/>
                <a:cs typeface="Arial"/>
              </a:defRPr>
            </a:lvl6pPr>
            <a:lvl7pPr>
              <a:defRPr sz="2175" b="1">
                <a:solidFill>
                  <a:srgbClr val="74D8B6"/>
                </a:solidFill>
                <a:latin typeface="Arial"/>
                <a:ea typeface="Arial"/>
                <a:cs typeface="Arial"/>
              </a:defRPr>
            </a:lvl7pPr>
            <a:lvl8pPr>
              <a:defRPr sz="2175" b="1">
                <a:solidFill>
                  <a:srgbClr val="74D8B6"/>
                </a:solidFill>
                <a:latin typeface="Arial"/>
                <a:ea typeface="Arial"/>
                <a:cs typeface="Arial"/>
              </a:defRPr>
            </a:lvl8pPr>
            <a:lvl9pPr>
              <a:defRPr sz="2175" b="1">
                <a:solidFill>
                  <a:srgbClr val="74D8B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74D8B6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74D8B6"/>
                </a:solidFill>
                <a:latin typeface="Arial"/>
                <a:ea typeface="Arial"/>
                <a:cs typeface="Arial"/>
              </a:rPr>
              <a:t>02  Барьер записи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F65B7F0-E6B1-4579-BA4E-0E7B9955E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2476500"/>
            <a:ext cx="7429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F4F7FC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F4F7FC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F4F7FC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F4F7FC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F4F7FC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F4F7FC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F4F7FC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F4F7FC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F4F7FC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F4F7F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F4F7FC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4F7FC"/>
                </a:solidFill>
                <a:latin typeface="Arial"/>
                <a:ea typeface="Arial"/>
                <a:cs typeface="Arial"/>
              </a:rPr>
              <a:t>PIN резерва, fencing A и финальный checkpoint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149912C-A306-4D56-9E71-08F41A03A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0"/>
            <a:ext cx="3143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74D8B6"/>
                </a:solidFill>
                <a:latin typeface="Arial"/>
                <a:ea typeface="Arial"/>
                <a:cs typeface="Arial"/>
              </a:defRPr>
            </a:defPPr>
            <a:lvl1pPr>
              <a:defRPr sz="2175" b="1">
                <a:solidFill>
                  <a:srgbClr val="74D8B6"/>
                </a:solidFill>
                <a:latin typeface="Arial"/>
                <a:ea typeface="Arial"/>
                <a:cs typeface="Arial"/>
              </a:defRPr>
            </a:lvl1pPr>
            <a:lvl2pPr>
              <a:defRPr sz="2175" b="1">
                <a:solidFill>
                  <a:srgbClr val="74D8B6"/>
                </a:solidFill>
                <a:latin typeface="Arial"/>
                <a:ea typeface="Arial"/>
                <a:cs typeface="Arial"/>
              </a:defRPr>
            </a:lvl2pPr>
            <a:lvl3pPr>
              <a:defRPr sz="2175" b="1">
                <a:solidFill>
                  <a:srgbClr val="74D8B6"/>
                </a:solidFill>
                <a:latin typeface="Arial"/>
                <a:ea typeface="Arial"/>
                <a:cs typeface="Arial"/>
              </a:defRPr>
            </a:lvl3pPr>
            <a:lvl4pPr>
              <a:defRPr sz="2175" b="1">
                <a:solidFill>
                  <a:srgbClr val="74D8B6"/>
                </a:solidFill>
                <a:latin typeface="Arial"/>
                <a:ea typeface="Arial"/>
                <a:cs typeface="Arial"/>
              </a:defRPr>
            </a:lvl4pPr>
            <a:lvl5pPr>
              <a:defRPr sz="2175" b="1">
                <a:solidFill>
                  <a:srgbClr val="74D8B6"/>
                </a:solidFill>
                <a:latin typeface="Arial"/>
                <a:ea typeface="Arial"/>
                <a:cs typeface="Arial"/>
              </a:defRPr>
            </a:lvl5pPr>
            <a:lvl6pPr>
              <a:defRPr sz="2175" b="1">
                <a:solidFill>
                  <a:srgbClr val="74D8B6"/>
                </a:solidFill>
                <a:latin typeface="Arial"/>
                <a:ea typeface="Arial"/>
                <a:cs typeface="Arial"/>
              </a:defRPr>
            </a:lvl6pPr>
            <a:lvl7pPr>
              <a:defRPr sz="2175" b="1">
                <a:solidFill>
                  <a:srgbClr val="74D8B6"/>
                </a:solidFill>
                <a:latin typeface="Arial"/>
                <a:ea typeface="Arial"/>
                <a:cs typeface="Arial"/>
              </a:defRPr>
            </a:lvl7pPr>
            <a:lvl8pPr>
              <a:defRPr sz="2175" b="1">
                <a:solidFill>
                  <a:srgbClr val="74D8B6"/>
                </a:solidFill>
                <a:latin typeface="Arial"/>
                <a:ea typeface="Arial"/>
                <a:cs typeface="Arial"/>
              </a:defRPr>
            </a:lvl8pPr>
            <a:lvl9pPr>
              <a:defRPr sz="2175" b="1">
                <a:solidFill>
                  <a:srgbClr val="74D8B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74D8B6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74D8B6"/>
                </a:solidFill>
                <a:latin typeface="Arial"/>
                <a:ea typeface="Arial"/>
                <a:cs typeface="Arial"/>
              </a:rPr>
              <a:t>03  Новый writer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10EAA8D-EE40-4ADC-A488-177A614ED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3333750"/>
            <a:ext cx="7429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F4F7FC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F4F7FC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F4F7FC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F4F7FC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F4F7FC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F4F7FC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F4F7FC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F4F7FC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F4F7FC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F4F7F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F4F7FC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4F7FC"/>
                </a:solidFill>
                <a:latin typeface="Arial"/>
                <a:ea typeface="Arial"/>
                <a:cs typeface="Arial"/>
              </a:rPr>
              <a:t>B применяет checkpoint и получает новое epoch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98DE4EB-E772-40EA-B4A9-F86DE51A0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0"/>
            <a:ext cx="3143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74D8B6"/>
                </a:solidFill>
                <a:latin typeface="Arial"/>
                <a:ea typeface="Arial"/>
                <a:cs typeface="Arial"/>
              </a:defRPr>
            </a:defPPr>
            <a:lvl1pPr>
              <a:defRPr sz="2175" b="1">
                <a:solidFill>
                  <a:srgbClr val="74D8B6"/>
                </a:solidFill>
                <a:latin typeface="Arial"/>
                <a:ea typeface="Arial"/>
                <a:cs typeface="Arial"/>
              </a:defRPr>
            </a:lvl1pPr>
            <a:lvl2pPr>
              <a:defRPr sz="2175" b="1">
                <a:solidFill>
                  <a:srgbClr val="74D8B6"/>
                </a:solidFill>
                <a:latin typeface="Arial"/>
                <a:ea typeface="Arial"/>
                <a:cs typeface="Arial"/>
              </a:defRPr>
            </a:lvl2pPr>
            <a:lvl3pPr>
              <a:defRPr sz="2175" b="1">
                <a:solidFill>
                  <a:srgbClr val="74D8B6"/>
                </a:solidFill>
                <a:latin typeface="Arial"/>
                <a:ea typeface="Arial"/>
                <a:cs typeface="Arial"/>
              </a:defRPr>
            </a:lvl3pPr>
            <a:lvl4pPr>
              <a:defRPr sz="2175" b="1">
                <a:solidFill>
                  <a:srgbClr val="74D8B6"/>
                </a:solidFill>
                <a:latin typeface="Arial"/>
                <a:ea typeface="Arial"/>
                <a:cs typeface="Arial"/>
              </a:defRPr>
            </a:lvl4pPr>
            <a:lvl5pPr>
              <a:defRPr sz="2175" b="1">
                <a:solidFill>
                  <a:srgbClr val="74D8B6"/>
                </a:solidFill>
                <a:latin typeface="Arial"/>
                <a:ea typeface="Arial"/>
                <a:cs typeface="Arial"/>
              </a:defRPr>
            </a:lvl5pPr>
            <a:lvl6pPr>
              <a:defRPr sz="2175" b="1">
                <a:solidFill>
                  <a:srgbClr val="74D8B6"/>
                </a:solidFill>
                <a:latin typeface="Arial"/>
                <a:ea typeface="Arial"/>
                <a:cs typeface="Arial"/>
              </a:defRPr>
            </a:lvl6pPr>
            <a:lvl7pPr>
              <a:defRPr sz="2175" b="1">
                <a:solidFill>
                  <a:srgbClr val="74D8B6"/>
                </a:solidFill>
                <a:latin typeface="Arial"/>
                <a:ea typeface="Arial"/>
                <a:cs typeface="Arial"/>
              </a:defRPr>
            </a:lvl7pPr>
            <a:lvl8pPr>
              <a:defRPr sz="2175" b="1">
                <a:solidFill>
                  <a:srgbClr val="74D8B6"/>
                </a:solidFill>
                <a:latin typeface="Arial"/>
                <a:ea typeface="Arial"/>
                <a:cs typeface="Arial"/>
              </a:defRPr>
            </a:lvl8pPr>
            <a:lvl9pPr>
              <a:defRPr sz="2175" b="1">
                <a:solidFill>
                  <a:srgbClr val="74D8B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74D8B6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74D8B6"/>
                </a:solidFill>
                <a:latin typeface="Arial"/>
                <a:ea typeface="Arial"/>
                <a:cs typeface="Arial"/>
              </a:rPr>
              <a:t>04  Готовность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C0E20F6-DA62-4806-AEAA-8A615E196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4191000"/>
            <a:ext cx="7429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F4F7FC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F4F7FC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F4F7FC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F4F7FC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F4F7FC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F4F7FC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F4F7FC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F4F7FC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F4F7FC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F4F7F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F4F7FC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4F7FC"/>
                </a:solidFill>
                <a:latin typeface="Arial"/>
                <a:ea typeface="Arial"/>
                <a:cs typeface="Arial"/>
              </a:rPr>
              <a:t>Маршрут B, занятые ресурсы, задания и проверки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FA1AFA2-1F64-42FA-A50C-4E500FD51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0"/>
            <a:ext cx="1047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74D8B6"/>
                </a:solidFill>
                <a:latin typeface="Arial"/>
                <a:ea typeface="Arial"/>
                <a:cs typeface="Arial"/>
              </a:defRPr>
            </a:defPPr>
            <a:lvl1pPr>
              <a:defRPr sz="2250" b="1">
                <a:solidFill>
                  <a:srgbClr val="74D8B6"/>
                </a:solidFill>
                <a:latin typeface="Arial"/>
                <a:ea typeface="Arial"/>
                <a:cs typeface="Arial"/>
              </a:defRPr>
            </a:lvl1pPr>
            <a:lvl2pPr>
              <a:defRPr sz="2250" b="1">
                <a:solidFill>
                  <a:srgbClr val="74D8B6"/>
                </a:solidFill>
                <a:latin typeface="Arial"/>
                <a:ea typeface="Arial"/>
                <a:cs typeface="Arial"/>
              </a:defRPr>
            </a:lvl2pPr>
            <a:lvl3pPr>
              <a:defRPr sz="2250" b="1">
                <a:solidFill>
                  <a:srgbClr val="74D8B6"/>
                </a:solidFill>
                <a:latin typeface="Arial"/>
                <a:ea typeface="Arial"/>
                <a:cs typeface="Arial"/>
              </a:defRPr>
            </a:lvl3pPr>
            <a:lvl4pPr>
              <a:defRPr sz="2250" b="1">
                <a:solidFill>
                  <a:srgbClr val="74D8B6"/>
                </a:solidFill>
                <a:latin typeface="Arial"/>
                <a:ea typeface="Arial"/>
                <a:cs typeface="Arial"/>
              </a:defRPr>
            </a:lvl4pPr>
            <a:lvl5pPr>
              <a:defRPr sz="2250" b="1">
                <a:solidFill>
                  <a:srgbClr val="74D8B6"/>
                </a:solidFill>
                <a:latin typeface="Arial"/>
                <a:ea typeface="Arial"/>
                <a:cs typeface="Arial"/>
              </a:defRPr>
            </a:lvl5pPr>
            <a:lvl6pPr>
              <a:defRPr sz="2250" b="1">
                <a:solidFill>
                  <a:srgbClr val="74D8B6"/>
                </a:solidFill>
                <a:latin typeface="Arial"/>
                <a:ea typeface="Arial"/>
                <a:cs typeface="Arial"/>
              </a:defRPr>
            </a:lvl6pPr>
            <a:lvl7pPr>
              <a:defRPr sz="2250" b="1">
                <a:solidFill>
                  <a:srgbClr val="74D8B6"/>
                </a:solidFill>
                <a:latin typeface="Arial"/>
                <a:ea typeface="Arial"/>
                <a:cs typeface="Arial"/>
              </a:defRPr>
            </a:lvl7pPr>
            <a:lvl8pPr>
              <a:defRPr sz="2250" b="1">
                <a:solidFill>
                  <a:srgbClr val="74D8B6"/>
                </a:solidFill>
                <a:latin typeface="Arial"/>
                <a:ea typeface="Arial"/>
                <a:cs typeface="Arial"/>
              </a:defRPr>
            </a:lvl8pPr>
            <a:lvl9pPr>
              <a:defRPr sz="2250" b="1">
                <a:solidFill>
                  <a:srgbClr val="74D8B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74D8B6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74D8B6"/>
                </a:solidFill>
                <a:latin typeface="Arial"/>
                <a:ea typeface="Arial"/>
                <a:cs typeface="Arial"/>
              </a:rPr>
              <a:t>После promote восстановление идёт вперёд</a:t>
            </a:r>
          </a:p>
        </p:txBody>
      </p:sp>
    </p:spTree>
    <p:extLst>
      <p:ext uri="{BB962C8B-B14F-4D97-AF65-F5344CB8AC3E}">
        <p14:creationId xmlns:p14="http://schemas.microsoft.com/office/powerpoint/2010/main" val="97833755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101D3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26A4AB8-6A38-4CDD-8993-33463C4D7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10858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600" b="1">
                <a:solidFill>
                  <a:srgbClr val="F4F7FC"/>
                </a:solidFill>
                <a:latin typeface="Arial"/>
                <a:ea typeface="Arial"/>
                <a:cs typeface="Arial"/>
              </a:defRPr>
            </a:defPPr>
            <a:lvl1pPr>
              <a:defRPr sz="3600" b="1">
                <a:solidFill>
                  <a:srgbClr val="F4F7FC"/>
                </a:solidFill>
                <a:latin typeface="Arial"/>
                <a:ea typeface="Arial"/>
                <a:cs typeface="Arial"/>
              </a:defRPr>
            </a:lvl1pPr>
            <a:lvl2pPr>
              <a:defRPr sz="3600" b="1">
                <a:solidFill>
                  <a:srgbClr val="F4F7FC"/>
                </a:solidFill>
                <a:latin typeface="Arial"/>
                <a:ea typeface="Arial"/>
                <a:cs typeface="Arial"/>
              </a:defRPr>
            </a:lvl2pPr>
            <a:lvl3pPr>
              <a:defRPr sz="3600" b="1">
                <a:solidFill>
                  <a:srgbClr val="F4F7FC"/>
                </a:solidFill>
                <a:latin typeface="Arial"/>
                <a:ea typeface="Arial"/>
                <a:cs typeface="Arial"/>
              </a:defRPr>
            </a:lvl3pPr>
            <a:lvl4pPr>
              <a:defRPr sz="3600" b="1">
                <a:solidFill>
                  <a:srgbClr val="F4F7FC"/>
                </a:solidFill>
                <a:latin typeface="Arial"/>
                <a:ea typeface="Arial"/>
                <a:cs typeface="Arial"/>
              </a:defRPr>
            </a:lvl4pPr>
            <a:lvl5pPr>
              <a:defRPr sz="3600" b="1">
                <a:solidFill>
                  <a:srgbClr val="F4F7FC"/>
                </a:solidFill>
                <a:latin typeface="Arial"/>
                <a:ea typeface="Arial"/>
                <a:cs typeface="Arial"/>
              </a:defRPr>
            </a:lvl5pPr>
            <a:lvl6pPr>
              <a:defRPr sz="3600" b="1">
                <a:solidFill>
                  <a:srgbClr val="F4F7FC"/>
                </a:solidFill>
                <a:latin typeface="Arial"/>
                <a:ea typeface="Arial"/>
                <a:cs typeface="Arial"/>
              </a:defRPr>
            </a:lvl6pPr>
            <a:lvl7pPr>
              <a:defRPr sz="3600" b="1">
                <a:solidFill>
                  <a:srgbClr val="F4F7FC"/>
                </a:solidFill>
                <a:latin typeface="Arial"/>
                <a:ea typeface="Arial"/>
                <a:cs typeface="Arial"/>
              </a:defRPr>
            </a:lvl7pPr>
            <a:lvl8pPr>
              <a:defRPr sz="3600" b="1">
                <a:solidFill>
                  <a:srgbClr val="F4F7FC"/>
                </a:solidFill>
                <a:latin typeface="Arial"/>
                <a:ea typeface="Arial"/>
                <a:cs typeface="Arial"/>
              </a:defRPr>
            </a:lvl8pPr>
            <a:lvl9pPr>
              <a:defRPr sz="3600" b="1">
                <a:solidFill>
                  <a:srgbClr val="F4F7F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F4F7FC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4F7FC"/>
                </a:solidFill>
                <a:latin typeface="Arial"/>
                <a:ea typeface="Arial"/>
                <a:cs typeface="Arial"/>
              </a:rPr>
              <a:t>Повторы и неизвестный результат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940FD38-D748-4F8D-938F-3ED905319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8650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B3C4D9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B3C4D9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B3C4D9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B3C4D9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B3C4D9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B3C4D9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B3C4D9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B3C4D9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B3C4D9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B3C4D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B3C4D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B3C4D9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94FE60D-DE78-4ED3-A2DE-E4E48BCEF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14500"/>
            <a:ext cx="3143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74D8B6"/>
                </a:solidFill>
                <a:latin typeface="Arial"/>
                <a:ea typeface="Arial"/>
                <a:cs typeface="Arial"/>
              </a:defRPr>
            </a:defPPr>
            <a:lvl1pPr>
              <a:defRPr sz="2175" b="1">
                <a:solidFill>
                  <a:srgbClr val="74D8B6"/>
                </a:solidFill>
                <a:latin typeface="Arial"/>
                <a:ea typeface="Arial"/>
                <a:cs typeface="Arial"/>
              </a:defRPr>
            </a:lvl1pPr>
            <a:lvl2pPr>
              <a:defRPr sz="2175" b="1">
                <a:solidFill>
                  <a:srgbClr val="74D8B6"/>
                </a:solidFill>
                <a:latin typeface="Arial"/>
                <a:ea typeface="Arial"/>
                <a:cs typeface="Arial"/>
              </a:defRPr>
            </a:lvl2pPr>
            <a:lvl3pPr>
              <a:defRPr sz="2175" b="1">
                <a:solidFill>
                  <a:srgbClr val="74D8B6"/>
                </a:solidFill>
                <a:latin typeface="Arial"/>
                <a:ea typeface="Arial"/>
                <a:cs typeface="Arial"/>
              </a:defRPr>
            </a:lvl3pPr>
            <a:lvl4pPr>
              <a:defRPr sz="2175" b="1">
                <a:solidFill>
                  <a:srgbClr val="74D8B6"/>
                </a:solidFill>
                <a:latin typeface="Arial"/>
                <a:ea typeface="Arial"/>
                <a:cs typeface="Arial"/>
              </a:defRPr>
            </a:lvl4pPr>
            <a:lvl5pPr>
              <a:defRPr sz="2175" b="1">
                <a:solidFill>
                  <a:srgbClr val="74D8B6"/>
                </a:solidFill>
                <a:latin typeface="Arial"/>
                <a:ea typeface="Arial"/>
                <a:cs typeface="Arial"/>
              </a:defRPr>
            </a:lvl5pPr>
            <a:lvl6pPr>
              <a:defRPr sz="2175" b="1">
                <a:solidFill>
                  <a:srgbClr val="74D8B6"/>
                </a:solidFill>
                <a:latin typeface="Arial"/>
                <a:ea typeface="Arial"/>
                <a:cs typeface="Arial"/>
              </a:defRPr>
            </a:lvl6pPr>
            <a:lvl7pPr>
              <a:defRPr sz="2175" b="1">
                <a:solidFill>
                  <a:srgbClr val="74D8B6"/>
                </a:solidFill>
                <a:latin typeface="Arial"/>
                <a:ea typeface="Arial"/>
                <a:cs typeface="Arial"/>
              </a:defRPr>
            </a:lvl7pPr>
            <a:lvl8pPr>
              <a:defRPr sz="2175" b="1">
                <a:solidFill>
                  <a:srgbClr val="74D8B6"/>
                </a:solidFill>
                <a:latin typeface="Arial"/>
                <a:ea typeface="Arial"/>
                <a:cs typeface="Arial"/>
              </a:defRPr>
            </a:lvl8pPr>
            <a:lvl9pPr>
              <a:defRPr sz="2175" b="1">
                <a:solidFill>
                  <a:srgbClr val="74D8B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74D8B6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74D8B6"/>
                </a:solidFill>
                <a:latin typeface="Arial"/>
                <a:ea typeface="Arial"/>
                <a:cs typeface="Arial"/>
              </a:rPr>
              <a:t>Команды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5ABD7CE-447B-47B7-917B-BC7032149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1714500"/>
            <a:ext cx="7429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F4F7FC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F4F7FC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F4F7FC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F4F7FC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F4F7FC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F4F7FC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F4F7FC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F4F7FC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F4F7FC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F4F7F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F4F7FC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4F7FC"/>
                </a:solidFill>
                <a:latin typeface="Arial"/>
                <a:ea typeface="Arial"/>
                <a:cs typeface="Arial"/>
              </a:rPr>
              <a:t>Стабильный commandId и идемпотентный эффект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4C82CA7-AAD8-4971-970D-BCBB44FD8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0"/>
            <a:ext cx="3143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74D8B6"/>
                </a:solidFill>
                <a:latin typeface="Arial"/>
                <a:ea typeface="Arial"/>
                <a:cs typeface="Arial"/>
              </a:defRPr>
            </a:defPPr>
            <a:lvl1pPr>
              <a:defRPr sz="2175" b="1">
                <a:solidFill>
                  <a:srgbClr val="74D8B6"/>
                </a:solidFill>
                <a:latin typeface="Arial"/>
                <a:ea typeface="Arial"/>
                <a:cs typeface="Arial"/>
              </a:defRPr>
            </a:lvl1pPr>
            <a:lvl2pPr>
              <a:defRPr sz="2175" b="1">
                <a:solidFill>
                  <a:srgbClr val="74D8B6"/>
                </a:solidFill>
                <a:latin typeface="Arial"/>
                <a:ea typeface="Arial"/>
                <a:cs typeface="Arial"/>
              </a:defRPr>
            </a:lvl2pPr>
            <a:lvl3pPr>
              <a:defRPr sz="2175" b="1">
                <a:solidFill>
                  <a:srgbClr val="74D8B6"/>
                </a:solidFill>
                <a:latin typeface="Arial"/>
                <a:ea typeface="Arial"/>
                <a:cs typeface="Arial"/>
              </a:defRPr>
            </a:lvl3pPr>
            <a:lvl4pPr>
              <a:defRPr sz="2175" b="1">
                <a:solidFill>
                  <a:srgbClr val="74D8B6"/>
                </a:solidFill>
                <a:latin typeface="Arial"/>
                <a:ea typeface="Arial"/>
                <a:cs typeface="Arial"/>
              </a:defRPr>
            </a:lvl4pPr>
            <a:lvl5pPr>
              <a:defRPr sz="2175" b="1">
                <a:solidFill>
                  <a:srgbClr val="74D8B6"/>
                </a:solidFill>
                <a:latin typeface="Arial"/>
                <a:ea typeface="Arial"/>
                <a:cs typeface="Arial"/>
              </a:defRPr>
            </a:lvl5pPr>
            <a:lvl6pPr>
              <a:defRPr sz="2175" b="1">
                <a:solidFill>
                  <a:srgbClr val="74D8B6"/>
                </a:solidFill>
                <a:latin typeface="Arial"/>
                <a:ea typeface="Arial"/>
                <a:cs typeface="Arial"/>
              </a:defRPr>
            </a:lvl6pPr>
            <a:lvl7pPr>
              <a:defRPr sz="2175" b="1">
                <a:solidFill>
                  <a:srgbClr val="74D8B6"/>
                </a:solidFill>
                <a:latin typeface="Arial"/>
                <a:ea typeface="Arial"/>
                <a:cs typeface="Arial"/>
              </a:defRPr>
            </a:lvl7pPr>
            <a:lvl8pPr>
              <a:defRPr sz="2175" b="1">
                <a:solidFill>
                  <a:srgbClr val="74D8B6"/>
                </a:solidFill>
                <a:latin typeface="Arial"/>
                <a:ea typeface="Arial"/>
                <a:cs typeface="Arial"/>
              </a:defRPr>
            </a:lvl8pPr>
            <a:lvl9pPr>
              <a:defRPr sz="2175" b="1">
                <a:solidFill>
                  <a:srgbClr val="74D8B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74D8B6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74D8B6"/>
                </a:solidFill>
                <a:latin typeface="Arial"/>
                <a:ea typeface="Arial"/>
                <a:cs typeface="Arial"/>
              </a:rPr>
              <a:t>Состояние saga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9473137-8F9F-4B16-B93C-2DD016B12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2667000"/>
            <a:ext cx="7429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F4F7FC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F4F7FC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F4F7FC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F4F7FC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F4F7FC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F4F7FC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F4F7FC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F4F7FC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F4F7FC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F4F7F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F4F7FC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4F7FC"/>
                </a:solidFill>
                <a:latin typeface="Arial"/>
                <a:ea typeface="Arial"/>
                <a:cs typeface="Arial"/>
              </a:rPr>
              <a:t>Шаг сохраняется до внешнего вызова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027C2CE-2205-40C6-A796-C8B47446F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0"/>
            <a:ext cx="3143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74D8B6"/>
                </a:solidFill>
                <a:latin typeface="Arial"/>
                <a:ea typeface="Arial"/>
                <a:cs typeface="Arial"/>
              </a:defRPr>
            </a:defPPr>
            <a:lvl1pPr>
              <a:defRPr sz="2175" b="1">
                <a:solidFill>
                  <a:srgbClr val="74D8B6"/>
                </a:solidFill>
                <a:latin typeface="Arial"/>
                <a:ea typeface="Arial"/>
                <a:cs typeface="Arial"/>
              </a:defRPr>
            </a:lvl1pPr>
            <a:lvl2pPr>
              <a:defRPr sz="2175" b="1">
                <a:solidFill>
                  <a:srgbClr val="74D8B6"/>
                </a:solidFill>
                <a:latin typeface="Arial"/>
                <a:ea typeface="Arial"/>
                <a:cs typeface="Arial"/>
              </a:defRPr>
            </a:lvl2pPr>
            <a:lvl3pPr>
              <a:defRPr sz="2175" b="1">
                <a:solidFill>
                  <a:srgbClr val="74D8B6"/>
                </a:solidFill>
                <a:latin typeface="Arial"/>
                <a:ea typeface="Arial"/>
                <a:cs typeface="Arial"/>
              </a:defRPr>
            </a:lvl3pPr>
            <a:lvl4pPr>
              <a:defRPr sz="2175" b="1">
                <a:solidFill>
                  <a:srgbClr val="74D8B6"/>
                </a:solidFill>
                <a:latin typeface="Arial"/>
                <a:ea typeface="Arial"/>
                <a:cs typeface="Arial"/>
              </a:defRPr>
            </a:lvl4pPr>
            <a:lvl5pPr>
              <a:defRPr sz="2175" b="1">
                <a:solidFill>
                  <a:srgbClr val="74D8B6"/>
                </a:solidFill>
                <a:latin typeface="Arial"/>
                <a:ea typeface="Arial"/>
                <a:cs typeface="Arial"/>
              </a:defRPr>
            </a:lvl5pPr>
            <a:lvl6pPr>
              <a:defRPr sz="2175" b="1">
                <a:solidFill>
                  <a:srgbClr val="74D8B6"/>
                </a:solidFill>
                <a:latin typeface="Arial"/>
                <a:ea typeface="Arial"/>
                <a:cs typeface="Arial"/>
              </a:defRPr>
            </a:lvl6pPr>
            <a:lvl7pPr>
              <a:defRPr sz="2175" b="1">
                <a:solidFill>
                  <a:srgbClr val="74D8B6"/>
                </a:solidFill>
                <a:latin typeface="Arial"/>
                <a:ea typeface="Arial"/>
                <a:cs typeface="Arial"/>
              </a:defRPr>
            </a:lvl7pPr>
            <a:lvl8pPr>
              <a:defRPr sz="2175" b="1">
                <a:solidFill>
                  <a:srgbClr val="74D8B6"/>
                </a:solidFill>
                <a:latin typeface="Arial"/>
                <a:ea typeface="Arial"/>
                <a:cs typeface="Arial"/>
              </a:defRPr>
            </a:lvl8pPr>
            <a:lvl9pPr>
              <a:defRPr sz="2175" b="1">
                <a:solidFill>
                  <a:srgbClr val="74D8B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74D8B6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74D8B6"/>
                </a:solidFill>
                <a:latin typeface="Arial"/>
                <a:ea typeface="Arial"/>
                <a:cs typeface="Arial"/>
              </a:rPr>
              <a:t>События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B8C4E17-B7A0-4813-BE78-FA862EB4B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3619500"/>
            <a:ext cx="7429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F4F7FC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F4F7FC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F4F7FC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F4F7FC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F4F7FC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F4F7FC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F4F7FC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F4F7FC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F4F7FC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F4F7F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F4F7FC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4F7FC"/>
                </a:solidFill>
                <a:latin typeface="Arial"/>
                <a:ea typeface="Arial"/>
                <a:cs typeface="Arial"/>
              </a:rPr>
              <a:t>Outbox, inbox и ACK после commit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FC16A92-D60E-4AE5-852C-FD4AD4585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0"/>
            <a:ext cx="3143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74D8B6"/>
                </a:solidFill>
                <a:latin typeface="Arial"/>
                <a:ea typeface="Arial"/>
                <a:cs typeface="Arial"/>
              </a:defRPr>
            </a:defPPr>
            <a:lvl1pPr>
              <a:defRPr sz="2175" b="1">
                <a:solidFill>
                  <a:srgbClr val="74D8B6"/>
                </a:solidFill>
                <a:latin typeface="Arial"/>
                <a:ea typeface="Arial"/>
                <a:cs typeface="Arial"/>
              </a:defRPr>
            </a:lvl1pPr>
            <a:lvl2pPr>
              <a:defRPr sz="2175" b="1">
                <a:solidFill>
                  <a:srgbClr val="74D8B6"/>
                </a:solidFill>
                <a:latin typeface="Arial"/>
                <a:ea typeface="Arial"/>
                <a:cs typeface="Arial"/>
              </a:defRPr>
            </a:lvl2pPr>
            <a:lvl3pPr>
              <a:defRPr sz="2175" b="1">
                <a:solidFill>
                  <a:srgbClr val="74D8B6"/>
                </a:solidFill>
                <a:latin typeface="Arial"/>
                <a:ea typeface="Arial"/>
                <a:cs typeface="Arial"/>
              </a:defRPr>
            </a:lvl3pPr>
            <a:lvl4pPr>
              <a:defRPr sz="2175" b="1">
                <a:solidFill>
                  <a:srgbClr val="74D8B6"/>
                </a:solidFill>
                <a:latin typeface="Arial"/>
                <a:ea typeface="Arial"/>
                <a:cs typeface="Arial"/>
              </a:defRPr>
            </a:lvl4pPr>
            <a:lvl5pPr>
              <a:defRPr sz="2175" b="1">
                <a:solidFill>
                  <a:srgbClr val="74D8B6"/>
                </a:solidFill>
                <a:latin typeface="Arial"/>
                <a:ea typeface="Arial"/>
                <a:cs typeface="Arial"/>
              </a:defRPr>
            </a:lvl5pPr>
            <a:lvl6pPr>
              <a:defRPr sz="2175" b="1">
                <a:solidFill>
                  <a:srgbClr val="74D8B6"/>
                </a:solidFill>
                <a:latin typeface="Arial"/>
                <a:ea typeface="Arial"/>
                <a:cs typeface="Arial"/>
              </a:defRPr>
            </a:lvl6pPr>
            <a:lvl7pPr>
              <a:defRPr sz="2175" b="1">
                <a:solidFill>
                  <a:srgbClr val="74D8B6"/>
                </a:solidFill>
                <a:latin typeface="Arial"/>
                <a:ea typeface="Arial"/>
                <a:cs typeface="Arial"/>
              </a:defRPr>
            </a:lvl7pPr>
            <a:lvl8pPr>
              <a:defRPr sz="2175" b="1">
                <a:solidFill>
                  <a:srgbClr val="74D8B6"/>
                </a:solidFill>
                <a:latin typeface="Arial"/>
                <a:ea typeface="Arial"/>
                <a:cs typeface="Arial"/>
              </a:defRPr>
            </a:lvl8pPr>
            <a:lvl9pPr>
              <a:defRPr sz="2175" b="1">
                <a:solidFill>
                  <a:srgbClr val="74D8B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74D8B6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74D8B6"/>
                </a:solidFill>
                <a:latin typeface="Arial"/>
                <a:ea typeface="Arial"/>
                <a:cs typeface="Arial"/>
              </a:rPr>
              <a:t>Тайм-аут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86A8A78-2A49-4D5E-8C1D-13ADBC91F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4572000"/>
            <a:ext cx="7429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F4F7FC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F4F7FC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F4F7FC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F4F7FC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F4F7FC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F4F7FC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F4F7FC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F4F7FC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F4F7FC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F4F7F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F4F7FC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4F7FC"/>
                </a:solidFill>
                <a:latin typeface="Arial"/>
                <a:ea typeface="Arial"/>
                <a:cs typeface="Arial"/>
              </a:rPr>
              <a:t>UNKNOWN, затем чтение фактического результата</a:t>
            </a:r>
          </a:p>
        </p:txBody>
      </p:sp>
    </p:spTree>
    <p:extLst>
      <p:ext uri="{BB962C8B-B14F-4D97-AF65-F5344CB8AC3E}">
        <p14:creationId xmlns:p14="http://schemas.microsoft.com/office/powerpoint/2010/main" val="169331866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101D3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31B9911-D031-47E5-930F-E4F546BFF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10858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600" b="1">
                <a:solidFill>
                  <a:srgbClr val="F4F7FC"/>
                </a:solidFill>
                <a:latin typeface="Arial"/>
                <a:ea typeface="Arial"/>
                <a:cs typeface="Arial"/>
              </a:defRPr>
            </a:defPPr>
            <a:lvl1pPr>
              <a:defRPr sz="3600" b="1">
                <a:solidFill>
                  <a:srgbClr val="F4F7FC"/>
                </a:solidFill>
                <a:latin typeface="Arial"/>
                <a:ea typeface="Arial"/>
                <a:cs typeface="Arial"/>
              </a:defRPr>
            </a:lvl1pPr>
            <a:lvl2pPr>
              <a:defRPr sz="3600" b="1">
                <a:solidFill>
                  <a:srgbClr val="F4F7FC"/>
                </a:solidFill>
                <a:latin typeface="Arial"/>
                <a:ea typeface="Arial"/>
                <a:cs typeface="Arial"/>
              </a:defRPr>
            </a:lvl2pPr>
            <a:lvl3pPr>
              <a:defRPr sz="3600" b="1">
                <a:solidFill>
                  <a:srgbClr val="F4F7FC"/>
                </a:solidFill>
                <a:latin typeface="Arial"/>
                <a:ea typeface="Arial"/>
                <a:cs typeface="Arial"/>
              </a:defRPr>
            </a:lvl3pPr>
            <a:lvl4pPr>
              <a:defRPr sz="3600" b="1">
                <a:solidFill>
                  <a:srgbClr val="F4F7FC"/>
                </a:solidFill>
                <a:latin typeface="Arial"/>
                <a:ea typeface="Arial"/>
                <a:cs typeface="Arial"/>
              </a:defRPr>
            </a:lvl4pPr>
            <a:lvl5pPr>
              <a:defRPr sz="3600" b="1">
                <a:solidFill>
                  <a:srgbClr val="F4F7FC"/>
                </a:solidFill>
                <a:latin typeface="Arial"/>
                <a:ea typeface="Arial"/>
                <a:cs typeface="Arial"/>
              </a:defRPr>
            </a:lvl5pPr>
            <a:lvl6pPr>
              <a:defRPr sz="3600" b="1">
                <a:solidFill>
                  <a:srgbClr val="F4F7FC"/>
                </a:solidFill>
                <a:latin typeface="Arial"/>
                <a:ea typeface="Arial"/>
                <a:cs typeface="Arial"/>
              </a:defRPr>
            </a:lvl6pPr>
            <a:lvl7pPr>
              <a:defRPr sz="3600" b="1">
                <a:solidFill>
                  <a:srgbClr val="F4F7FC"/>
                </a:solidFill>
                <a:latin typeface="Arial"/>
                <a:ea typeface="Arial"/>
                <a:cs typeface="Arial"/>
              </a:defRPr>
            </a:lvl7pPr>
            <a:lvl8pPr>
              <a:defRPr sz="3600" b="1">
                <a:solidFill>
                  <a:srgbClr val="F4F7FC"/>
                </a:solidFill>
                <a:latin typeface="Arial"/>
                <a:ea typeface="Arial"/>
                <a:cs typeface="Arial"/>
              </a:defRPr>
            </a:lvl8pPr>
            <a:lvl9pPr>
              <a:defRPr sz="3600" b="1">
                <a:solidFill>
                  <a:srgbClr val="F4F7F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F4F7FC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4F7FC"/>
                </a:solidFill>
                <a:latin typeface="Arial"/>
                <a:ea typeface="Arial"/>
                <a:cs typeface="Arial"/>
              </a:rPr>
              <a:t>Три сбоя и три реакции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5668BA2-8164-4B11-B0DC-84B294BF8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8650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B3C4D9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B3C4D9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B3C4D9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B3C4D9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B3C4D9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B3C4D9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B3C4D9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B3C4D9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B3C4D9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B3C4D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B3C4D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B3C4D9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850AD32-9A1C-4621-8E3C-558B6AC91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14500"/>
            <a:ext cx="3143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74D8B6"/>
                </a:solidFill>
                <a:latin typeface="Arial"/>
                <a:ea typeface="Arial"/>
                <a:cs typeface="Arial"/>
              </a:defRPr>
            </a:defPPr>
            <a:lvl1pPr>
              <a:defRPr sz="2175" b="1">
                <a:solidFill>
                  <a:srgbClr val="74D8B6"/>
                </a:solidFill>
                <a:latin typeface="Arial"/>
                <a:ea typeface="Arial"/>
                <a:cs typeface="Arial"/>
              </a:defRPr>
            </a:lvl1pPr>
            <a:lvl2pPr>
              <a:defRPr sz="2175" b="1">
                <a:solidFill>
                  <a:srgbClr val="74D8B6"/>
                </a:solidFill>
                <a:latin typeface="Arial"/>
                <a:ea typeface="Arial"/>
                <a:cs typeface="Arial"/>
              </a:defRPr>
            </a:lvl2pPr>
            <a:lvl3pPr>
              <a:defRPr sz="2175" b="1">
                <a:solidFill>
                  <a:srgbClr val="74D8B6"/>
                </a:solidFill>
                <a:latin typeface="Arial"/>
                <a:ea typeface="Arial"/>
                <a:cs typeface="Arial"/>
              </a:defRPr>
            </a:lvl3pPr>
            <a:lvl4pPr>
              <a:defRPr sz="2175" b="1">
                <a:solidFill>
                  <a:srgbClr val="74D8B6"/>
                </a:solidFill>
                <a:latin typeface="Arial"/>
                <a:ea typeface="Arial"/>
                <a:cs typeface="Arial"/>
              </a:defRPr>
            </a:lvl4pPr>
            <a:lvl5pPr>
              <a:defRPr sz="2175" b="1">
                <a:solidFill>
                  <a:srgbClr val="74D8B6"/>
                </a:solidFill>
                <a:latin typeface="Arial"/>
                <a:ea typeface="Arial"/>
                <a:cs typeface="Arial"/>
              </a:defRPr>
            </a:lvl5pPr>
            <a:lvl6pPr>
              <a:defRPr sz="2175" b="1">
                <a:solidFill>
                  <a:srgbClr val="74D8B6"/>
                </a:solidFill>
                <a:latin typeface="Arial"/>
                <a:ea typeface="Arial"/>
                <a:cs typeface="Arial"/>
              </a:defRPr>
            </a:lvl6pPr>
            <a:lvl7pPr>
              <a:defRPr sz="2175" b="1">
                <a:solidFill>
                  <a:srgbClr val="74D8B6"/>
                </a:solidFill>
                <a:latin typeface="Arial"/>
                <a:ea typeface="Arial"/>
                <a:cs typeface="Arial"/>
              </a:defRPr>
            </a:lvl7pPr>
            <a:lvl8pPr>
              <a:defRPr sz="2175" b="1">
                <a:solidFill>
                  <a:srgbClr val="74D8B6"/>
                </a:solidFill>
                <a:latin typeface="Arial"/>
                <a:ea typeface="Arial"/>
                <a:cs typeface="Arial"/>
              </a:defRPr>
            </a:lvl8pPr>
            <a:lvl9pPr>
              <a:defRPr sz="2175" b="1">
                <a:solidFill>
                  <a:srgbClr val="74D8B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74D8B6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74D8B6"/>
                </a:solidFill>
                <a:latin typeface="Arial"/>
                <a:ea typeface="Arial"/>
                <a:cs typeface="Arial"/>
              </a:rPr>
              <a:t>Нет мощности B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7233C8D-98C6-46E1-8B1B-B6DE7E198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1714500"/>
            <a:ext cx="7429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F4F7FC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F4F7FC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F4F7FC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F4F7FC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F4F7FC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F4F7FC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F4F7FC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F4F7FC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F4F7FC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F4F7F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F4F7FC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4F7FC"/>
                </a:solidFill>
                <a:latin typeface="Arial"/>
                <a:ea typeface="Arial"/>
                <a:cs typeface="Arial"/>
              </a:rPr>
              <a:t>Отмена до freeze. A продолжает работать.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D5731C1-3B9E-40C6-BDA2-2D507B633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52750"/>
            <a:ext cx="3143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74D8B6"/>
                </a:solidFill>
                <a:latin typeface="Arial"/>
                <a:ea typeface="Arial"/>
                <a:cs typeface="Arial"/>
              </a:defRPr>
            </a:defPPr>
            <a:lvl1pPr>
              <a:defRPr sz="2175" b="1">
                <a:solidFill>
                  <a:srgbClr val="74D8B6"/>
                </a:solidFill>
                <a:latin typeface="Arial"/>
                <a:ea typeface="Arial"/>
                <a:cs typeface="Arial"/>
              </a:defRPr>
            </a:lvl1pPr>
            <a:lvl2pPr>
              <a:defRPr sz="2175" b="1">
                <a:solidFill>
                  <a:srgbClr val="74D8B6"/>
                </a:solidFill>
                <a:latin typeface="Arial"/>
                <a:ea typeface="Arial"/>
                <a:cs typeface="Arial"/>
              </a:defRPr>
            </a:lvl2pPr>
            <a:lvl3pPr>
              <a:defRPr sz="2175" b="1">
                <a:solidFill>
                  <a:srgbClr val="74D8B6"/>
                </a:solidFill>
                <a:latin typeface="Arial"/>
                <a:ea typeface="Arial"/>
                <a:cs typeface="Arial"/>
              </a:defRPr>
            </a:lvl3pPr>
            <a:lvl4pPr>
              <a:defRPr sz="2175" b="1">
                <a:solidFill>
                  <a:srgbClr val="74D8B6"/>
                </a:solidFill>
                <a:latin typeface="Arial"/>
                <a:ea typeface="Arial"/>
                <a:cs typeface="Arial"/>
              </a:defRPr>
            </a:lvl4pPr>
            <a:lvl5pPr>
              <a:defRPr sz="2175" b="1">
                <a:solidFill>
                  <a:srgbClr val="74D8B6"/>
                </a:solidFill>
                <a:latin typeface="Arial"/>
                <a:ea typeface="Arial"/>
                <a:cs typeface="Arial"/>
              </a:defRPr>
            </a:lvl5pPr>
            <a:lvl6pPr>
              <a:defRPr sz="2175" b="1">
                <a:solidFill>
                  <a:srgbClr val="74D8B6"/>
                </a:solidFill>
                <a:latin typeface="Arial"/>
                <a:ea typeface="Arial"/>
                <a:cs typeface="Arial"/>
              </a:defRPr>
            </a:lvl6pPr>
            <a:lvl7pPr>
              <a:defRPr sz="2175" b="1">
                <a:solidFill>
                  <a:srgbClr val="74D8B6"/>
                </a:solidFill>
                <a:latin typeface="Arial"/>
                <a:ea typeface="Arial"/>
                <a:cs typeface="Arial"/>
              </a:defRPr>
            </a:lvl7pPr>
            <a:lvl8pPr>
              <a:defRPr sz="2175" b="1">
                <a:solidFill>
                  <a:srgbClr val="74D8B6"/>
                </a:solidFill>
                <a:latin typeface="Arial"/>
                <a:ea typeface="Arial"/>
                <a:cs typeface="Arial"/>
              </a:defRPr>
            </a:lvl8pPr>
            <a:lvl9pPr>
              <a:defRPr sz="2175" b="1">
                <a:solidFill>
                  <a:srgbClr val="74D8B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74D8B6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74D8B6"/>
                </a:solidFill>
                <a:latin typeface="Arial"/>
                <a:ea typeface="Arial"/>
                <a:cs typeface="Arial"/>
              </a:rPr>
              <a:t>Реплика отстала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98C922E-0D74-4B20-84B5-48417043D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2952750"/>
            <a:ext cx="7429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F4F7FC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F4F7FC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F4F7FC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F4F7FC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F4F7FC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F4F7FC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F4F7FC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F4F7FC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F4F7FC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F4F7F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F4F7FC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4F7FC"/>
                </a:solidFill>
                <a:latin typeface="Arial"/>
                <a:ea typeface="Arial"/>
                <a:cs typeface="Arial"/>
              </a:rPr>
              <a:t>Запрет promote. Атомарный abort или BLOCKED.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A300390-C693-4C71-A8D5-586C30893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0"/>
            <a:ext cx="3143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74D8B6"/>
                </a:solidFill>
                <a:latin typeface="Arial"/>
                <a:ea typeface="Arial"/>
                <a:cs typeface="Arial"/>
              </a:defRPr>
            </a:defPPr>
            <a:lvl1pPr>
              <a:defRPr sz="2175" b="1">
                <a:solidFill>
                  <a:srgbClr val="74D8B6"/>
                </a:solidFill>
                <a:latin typeface="Arial"/>
                <a:ea typeface="Arial"/>
                <a:cs typeface="Arial"/>
              </a:defRPr>
            </a:lvl1pPr>
            <a:lvl2pPr>
              <a:defRPr sz="2175" b="1">
                <a:solidFill>
                  <a:srgbClr val="74D8B6"/>
                </a:solidFill>
                <a:latin typeface="Arial"/>
                <a:ea typeface="Arial"/>
                <a:cs typeface="Arial"/>
              </a:defRPr>
            </a:lvl2pPr>
            <a:lvl3pPr>
              <a:defRPr sz="2175" b="1">
                <a:solidFill>
                  <a:srgbClr val="74D8B6"/>
                </a:solidFill>
                <a:latin typeface="Arial"/>
                <a:ea typeface="Arial"/>
                <a:cs typeface="Arial"/>
              </a:defRPr>
            </a:lvl3pPr>
            <a:lvl4pPr>
              <a:defRPr sz="2175" b="1">
                <a:solidFill>
                  <a:srgbClr val="74D8B6"/>
                </a:solidFill>
                <a:latin typeface="Arial"/>
                <a:ea typeface="Arial"/>
                <a:cs typeface="Arial"/>
              </a:defRPr>
            </a:lvl4pPr>
            <a:lvl5pPr>
              <a:defRPr sz="2175" b="1">
                <a:solidFill>
                  <a:srgbClr val="74D8B6"/>
                </a:solidFill>
                <a:latin typeface="Arial"/>
                <a:ea typeface="Arial"/>
                <a:cs typeface="Arial"/>
              </a:defRPr>
            </a:lvl5pPr>
            <a:lvl6pPr>
              <a:defRPr sz="2175" b="1">
                <a:solidFill>
                  <a:srgbClr val="74D8B6"/>
                </a:solidFill>
                <a:latin typeface="Arial"/>
                <a:ea typeface="Arial"/>
                <a:cs typeface="Arial"/>
              </a:defRPr>
            </a:lvl6pPr>
            <a:lvl7pPr>
              <a:defRPr sz="2175" b="1">
                <a:solidFill>
                  <a:srgbClr val="74D8B6"/>
                </a:solidFill>
                <a:latin typeface="Arial"/>
                <a:ea typeface="Arial"/>
                <a:cs typeface="Arial"/>
              </a:defRPr>
            </a:lvl7pPr>
            <a:lvl8pPr>
              <a:defRPr sz="2175" b="1">
                <a:solidFill>
                  <a:srgbClr val="74D8B6"/>
                </a:solidFill>
                <a:latin typeface="Arial"/>
                <a:ea typeface="Arial"/>
                <a:cs typeface="Arial"/>
              </a:defRPr>
            </a:lvl8pPr>
            <a:lvl9pPr>
              <a:defRPr sz="2175" b="1">
                <a:solidFill>
                  <a:srgbClr val="74D8B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74D8B6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74D8B6"/>
                </a:solidFill>
                <a:latin typeface="Arial"/>
                <a:ea typeface="Arial"/>
                <a:cs typeface="Arial"/>
              </a:rPr>
              <a:t>Ответ promote потерян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EEECFC9-8CA1-40FC-8C70-F2DA6C372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4191000"/>
            <a:ext cx="7429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F4F7FC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F4F7FC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F4F7FC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F4F7FC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F4F7FC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F4F7FC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F4F7FC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F4F7FC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F4F7FC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F4F7F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F4F7FC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4F7FC"/>
                </a:solidFill>
                <a:latin typeface="Arial"/>
                <a:ea typeface="Arial"/>
                <a:cs typeface="Arial"/>
              </a:rPr>
              <a:t>Сверка у контроллера. B сохраняет право записи.</a:t>
            </a:r>
          </a:p>
        </p:txBody>
      </p:sp>
    </p:spTree>
    <p:extLst>
      <p:ext uri="{BB962C8B-B14F-4D97-AF65-F5344CB8AC3E}">
        <p14:creationId xmlns:p14="http://schemas.microsoft.com/office/powerpoint/2010/main" val="168086104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101D3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A041CD1-5487-4851-9FE0-D35FF4E30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10858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600" b="1">
                <a:solidFill>
                  <a:srgbClr val="F4F7FC"/>
                </a:solidFill>
                <a:latin typeface="Arial"/>
                <a:ea typeface="Arial"/>
                <a:cs typeface="Arial"/>
              </a:defRPr>
            </a:defPPr>
            <a:lvl1pPr>
              <a:defRPr sz="3600" b="1">
                <a:solidFill>
                  <a:srgbClr val="F4F7FC"/>
                </a:solidFill>
                <a:latin typeface="Arial"/>
                <a:ea typeface="Arial"/>
                <a:cs typeface="Arial"/>
              </a:defRPr>
            </a:lvl1pPr>
            <a:lvl2pPr>
              <a:defRPr sz="3600" b="1">
                <a:solidFill>
                  <a:srgbClr val="F4F7FC"/>
                </a:solidFill>
                <a:latin typeface="Arial"/>
                <a:ea typeface="Arial"/>
                <a:cs typeface="Arial"/>
              </a:defRPr>
            </a:lvl2pPr>
            <a:lvl3pPr>
              <a:defRPr sz="3600" b="1">
                <a:solidFill>
                  <a:srgbClr val="F4F7FC"/>
                </a:solidFill>
                <a:latin typeface="Arial"/>
                <a:ea typeface="Arial"/>
                <a:cs typeface="Arial"/>
              </a:defRPr>
            </a:lvl3pPr>
            <a:lvl4pPr>
              <a:defRPr sz="3600" b="1">
                <a:solidFill>
                  <a:srgbClr val="F4F7FC"/>
                </a:solidFill>
                <a:latin typeface="Arial"/>
                <a:ea typeface="Arial"/>
                <a:cs typeface="Arial"/>
              </a:defRPr>
            </a:lvl4pPr>
            <a:lvl5pPr>
              <a:defRPr sz="3600" b="1">
                <a:solidFill>
                  <a:srgbClr val="F4F7FC"/>
                </a:solidFill>
                <a:latin typeface="Arial"/>
                <a:ea typeface="Arial"/>
                <a:cs typeface="Arial"/>
              </a:defRPr>
            </a:lvl5pPr>
            <a:lvl6pPr>
              <a:defRPr sz="3600" b="1">
                <a:solidFill>
                  <a:srgbClr val="F4F7FC"/>
                </a:solidFill>
                <a:latin typeface="Arial"/>
                <a:ea typeface="Arial"/>
                <a:cs typeface="Arial"/>
              </a:defRPr>
            </a:lvl6pPr>
            <a:lvl7pPr>
              <a:defRPr sz="3600" b="1">
                <a:solidFill>
                  <a:srgbClr val="F4F7FC"/>
                </a:solidFill>
                <a:latin typeface="Arial"/>
                <a:ea typeface="Arial"/>
                <a:cs typeface="Arial"/>
              </a:defRPr>
            </a:lvl7pPr>
            <a:lvl8pPr>
              <a:defRPr sz="3600" b="1">
                <a:solidFill>
                  <a:srgbClr val="F4F7FC"/>
                </a:solidFill>
                <a:latin typeface="Arial"/>
                <a:ea typeface="Arial"/>
                <a:cs typeface="Arial"/>
              </a:defRPr>
            </a:lvl8pPr>
            <a:lvl9pPr>
              <a:defRPr sz="3600" b="1">
                <a:solidFill>
                  <a:srgbClr val="F4F7F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F4F7FC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4F7FC"/>
                </a:solidFill>
                <a:latin typeface="Arial"/>
                <a:ea typeface="Arial"/>
                <a:cs typeface="Arial"/>
              </a:rPr>
              <a:t>Границы гарантий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14763B1-FF44-4708-BB4D-64DCBC6E1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8650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B3C4D9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B3C4D9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B3C4D9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B3C4D9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B3C4D9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B3C4D9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B3C4D9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B3C4D9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B3C4D9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B3C4D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B3C4D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B3C4D9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9FAEAA6-B911-4241-B01A-012F0FA62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4572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5100" b="1">
                <a:solidFill>
                  <a:srgbClr val="74D8B6"/>
                </a:solidFill>
                <a:latin typeface="Arial"/>
                <a:ea typeface="Arial"/>
                <a:cs typeface="Arial"/>
              </a:defRPr>
            </a:defPPr>
            <a:lvl1pPr>
              <a:defRPr sz="5100" b="1">
                <a:solidFill>
                  <a:srgbClr val="74D8B6"/>
                </a:solidFill>
                <a:latin typeface="Arial"/>
                <a:ea typeface="Arial"/>
                <a:cs typeface="Arial"/>
              </a:defRPr>
            </a:lvl1pPr>
            <a:lvl2pPr>
              <a:defRPr sz="5100" b="1">
                <a:solidFill>
                  <a:srgbClr val="74D8B6"/>
                </a:solidFill>
                <a:latin typeface="Arial"/>
                <a:ea typeface="Arial"/>
                <a:cs typeface="Arial"/>
              </a:defRPr>
            </a:lvl2pPr>
            <a:lvl3pPr>
              <a:defRPr sz="5100" b="1">
                <a:solidFill>
                  <a:srgbClr val="74D8B6"/>
                </a:solidFill>
                <a:latin typeface="Arial"/>
                <a:ea typeface="Arial"/>
                <a:cs typeface="Arial"/>
              </a:defRPr>
            </a:lvl3pPr>
            <a:lvl4pPr>
              <a:defRPr sz="5100" b="1">
                <a:solidFill>
                  <a:srgbClr val="74D8B6"/>
                </a:solidFill>
                <a:latin typeface="Arial"/>
                <a:ea typeface="Arial"/>
                <a:cs typeface="Arial"/>
              </a:defRPr>
            </a:lvl4pPr>
            <a:lvl5pPr>
              <a:defRPr sz="5100" b="1">
                <a:solidFill>
                  <a:srgbClr val="74D8B6"/>
                </a:solidFill>
                <a:latin typeface="Arial"/>
                <a:ea typeface="Arial"/>
                <a:cs typeface="Arial"/>
              </a:defRPr>
            </a:lvl5pPr>
            <a:lvl6pPr>
              <a:defRPr sz="5100" b="1">
                <a:solidFill>
                  <a:srgbClr val="74D8B6"/>
                </a:solidFill>
                <a:latin typeface="Arial"/>
                <a:ea typeface="Arial"/>
                <a:cs typeface="Arial"/>
              </a:defRPr>
            </a:lvl6pPr>
            <a:lvl7pPr>
              <a:defRPr sz="5100" b="1">
                <a:solidFill>
                  <a:srgbClr val="74D8B6"/>
                </a:solidFill>
                <a:latin typeface="Arial"/>
                <a:ea typeface="Arial"/>
                <a:cs typeface="Arial"/>
              </a:defRPr>
            </a:lvl7pPr>
            <a:lvl8pPr>
              <a:defRPr sz="5100" b="1">
                <a:solidFill>
                  <a:srgbClr val="74D8B6"/>
                </a:solidFill>
                <a:latin typeface="Arial"/>
                <a:ea typeface="Arial"/>
                <a:cs typeface="Arial"/>
              </a:defRPr>
            </a:lvl8pPr>
            <a:lvl9pPr>
              <a:defRPr sz="5100" b="1">
                <a:solidFill>
                  <a:srgbClr val="74D8B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5100" b="1">
                <a:solidFill>
                  <a:srgbClr val="74D8B6"/>
                </a:solidFill>
                <a:latin typeface="Arial"/>
                <a:ea typeface="Arial"/>
                <a:cs typeface="Arial"/>
              </a:defRPr>
            </a:pPr>
            <a:r>
              <a:rPr sz="5100" b="1">
                <a:solidFill>
                  <a:srgbClr val="74D8B6"/>
                </a:solidFill>
                <a:latin typeface="Arial"/>
                <a:ea typeface="Arial"/>
                <a:cs typeface="Arial"/>
              </a:rPr>
              <a:t>RPO = 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4BA13FE-74B4-43B8-AC69-057A67B94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05125"/>
            <a:ext cx="1066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0">
                <a:solidFill>
                  <a:srgbClr val="F4F7FC"/>
                </a:solidFill>
                <a:latin typeface="Arial"/>
                <a:ea typeface="Arial"/>
                <a:cs typeface="Arial"/>
              </a:defRPr>
            </a:defPPr>
            <a:lvl1pPr>
              <a:defRPr sz="2700" b="0">
                <a:solidFill>
                  <a:srgbClr val="F4F7FC"/>
                </a:solidFill>
                <a:latin typeface="Arial"/>
                <a:ea typeface="Arial"/>
                <a:cs typeface="Arial"/>
              </a:defRPr>
            </a:lvl1pPr>
            <a:lvl2pPr>
              <a:defRPr sz="2700" b="0">
                <a:solidFill>
                  <a:srgbClr val="F4F7FC"/>
                </a:solidFill>
                <a:latin typeface="Arial"/>
                <a:ea typeface="Arial"/>
                <a:cs typeface="Arial"/>
              </a:defRPr>
            </a:lvl2pPr>
            <a:lvl3pPr>
              <a:defRPr sz="2700" b="0">
                <a:solidFill>
                  <a:srgbClr val="F4F7FC"/>
                </a:solidFill>
                <a:latin typeface="Arial"/>
                <a:ea typeface="Arial"/>
                <a:cs typeface="Arial"/>
              </a:defRPr>
            </a:lvl3pPr>
            <a:lvl4pPr>
              <a:defRPr sz="2700" b="0">
                <a:solidFill>
                  <a:srgbClr val="F4F7FC"/>
                </a:solidFill>
                <a:latin typeface="Arial"/>
                <a:ea typeface="Arial"/>
                <a:cs typeface="Arial"/>
              </a:defRPr>
            </a:lvl4pPr>
            <a:lvl5pPr>
              <a:defRPr sz="2700" b="0">
                <a:solidFill>
                  <a:srgbClr val="F4F7FC"/>
                </a:solidFill>
                <a:latin typeface="Arial"/>
                <a:ea typeface="Arial"/>
                <a:cs typeface="Arial"/>
              </a:defRPr>
            </a:lvl5pPr>
            <a:lvl6pPr>
              <a:defRPr sz="2700" b="0">
                <a:solidFill>
                  <a:srgbClr val="F4F7FC"/>
                </a:solidFill>
                <a:latin typeface="Arial"/>
                <a:ea typeface="Arial"/>
                <a:cs typeface="Arial"/>
              </a:defRPr>
            </a:lvl6pPr>
            <a:lvl7pPr>
              <a:defRPr sz="2700" b="0">
                <a:solidFill>
                  <a:srgbClr val="F4F7FC"/>
                </a:solidFill>
                <a:latin typeface="Arial"/>
                <a:ea typeface="Arial"/>
                <a:cs typeface="Arial"/>
              </a:defRPr>
            </a:lvl7pPr>
            <a:lvl8pPr>
              <a:defRPr sz="2700" b="0">
                <a:solidFill>
                  <a:srgbClr val="F4F7FC"/>
                </a:solidFill>
                <a:latin typeface="Arial"/>
                <a:ea typeface="Arial"/>
                <a:cs typeface="Arial"/>
              </a:defRPr>
            </a:lvl8pPr>
            <a:lvl9pPr>
              <a:defRPr sz="2700" b="0">
                <a:solidFill>
                  <a:srgbClr val="F4F7F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700" b="0">
                <a:solidFill>
                  <a:srgbClr val="F4F7FC"/>
                </a:solidFill>
                <a:latin typeface="Arial"/>
                <a:ea typeface="Arial"/>
                <a:cs typeface="Arial"/>
              </a:defRPr>
            </a:pPr>
            <a:r>
              <a:rPr sz="2700" b="0">
                <a:solidFill>
                  <a:srgbClr val="F4F7FC"/>
                </a:solidFill>
                <a:latin typeface="Arial"/>
                <a:ea typeface="Arial"/>
                <a:cs typeface="Arial"/>
              </a:rPr>
              <a:t>При успешном плановом переносе</a:t>
            </a:r>
          </a:p>
          <a:p xmlns:a="http://schemas.openxmlformats.org/drawingml/2006/main">
            <a:pPr>
              <a:defRPr sz="2700" b="0">
                <a:solidFill>
                  <a:srgbClr val="F4F7FC"/>
                </a:solidFill>
                <a:latin typeface="Arial"/>
                <a:ea typeface="Arial"/>
                <a:cs typeface="Arial"/>
              </a:defRPr>
            </a:pPr>
            <a:r>
              <a:rPr sz="2700" b="0">
                <a:solidFill>
                  <a:srgbClr val="F4F7FC"/>
                </a:solidFill>
                <a:latin typeface="Arial"/>
                <a:ea typeface="Arial"/>
                <a:cs typeface="Arial"/>
              </a:rPr>
              <a:t>с финальным checkpoint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E7A0645-B9C0-47BF-A7E0-4A535DBDA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0"/>
            <a:ext cx="1066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B3C4D9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B3C4D9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B3C4D9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B3C4D9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B3C4D9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B3C4D9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B3C4D9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B3C4D9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B3C4D9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B3C4D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B3C4D9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B3C4D9"/>
                </a:solidFill>
                <a:latin typeface="Arial"/>
                <a:ea typeface="Arial"/>
                <a:cs typeface="Arial"/>
              </a:rPr>
              <a:t>Исходная площадка исчезла раньше синхронизации?</a:t>
            </a:r>
          </a:p>
          <a:p xmlns:a="http://schemas.openxmlformats.org/drawingml/2006/main">
            <a:pPr>
              <a:defRPr sz="2100" b="0">
                <a:solidFill>
                  <a:srgbClr val="B3C4D9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B3C4D9"/>
                </a:solidFill>
                <a:latin typeface="Arial"/>
                <a:ea typeface="Arial"/>
                <a:cs typeface="Arial"/>
              </a:rPr>
              <a:t>BLOCKED. Отсутствующие записи не восстановить обещанием.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4DDCC82-7891-4C58-BAA6-30FEC7326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0"/>
            <a:ext cx="1066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F4F7FC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F4F7FC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F4F7FC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F4F7FC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F4F7FC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F4F7FC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F4F7FC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F4F7FC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F4F7FC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F4F7F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F4F7FC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4F7FC"/>
                </a:solidFill>
                <a:latin typeface="Arial"/>
                <a:ea typeface="Arial"/>
                <a:cs typeface="Arial"/>
              </a:rPr>
              <a:t>Демо: пять сервисов, брокер и устойчивый симулятор</a:t>
            </a:r>
          </a:p>
        </p:txBody>
      </p:sp>
    </p:spTree>
    <p:extLst>
      <p:ext uri="{BB962C8B-B14F-4D97-AF65-F5344CB8AC3E}">
        <p14:creationId xmlns:p14="http://schemas.microsoft.com/office/powerpoint/2010/main" val="95642635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101D3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683B368-26C9-472E-9FDE-65B77E8E7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10858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600" b="1">
                <a:solidFill>
                  <a:srgbClr val="F4F7FC"/>
                </a:solidFill>
                <a:latin typeface="Arial"/>
                <a:ea typeface="Arial"/>
                <a:cs typeface="Arial"/>
              </a:defRPr>
            </a:defPPr>
            <a:lvl1pPr>
              <a:defRPr sz="3600" b="1">
                <a:solidFill>
                  <a:srgbClr val="F4F7FC"/>
                </a:solidFill>
                <a:latin typeface="Arial"/>
                <a:ea typeface="Arial"/>
                <a:cs typeface="Arial"/>
              </a:defRPr>
            </a:lvl1pPr>
            <a:lvl2pPr>
              <a:defRPr sz="3600" b="1">
                <a:solidFill>
                  <a:srgbClr val="F4F7FC"/>
                </a:solidFill>
                <a:latin typeface="Arial"/>
                <a:ea typeface="Arial"/>
                <a:cs typeface="Arial"/>
              </a:defRPr>
            </a:lvl2pPr>
            <a:lvl3pPr>
              <a:defRPr sz="3600" b="1">
                <a:solidFill>
                  <a:srgbClr val="F4F7FC"/>
                </a:solidFill>
                <a:latin typeface="Arial"/>
                <a:ea typeface="Arial"/>
                <a:cs typeface="Arial"/>
              </a:defRPr>
            </a:lvl3pPr>
            <a:lvl4pPr>
              <a:defRPr sz="3600" b="1">
                <a:solidFill>
                  <a:srgbClr val="F4F7FC"/>
                </a:solidFill>
                <a:latin typeface="Arial"/>
                <a:ea typeface="Arial"/>
                <a:cs typeface="Arial"/>
              </a:defRPr>
            </a:lvl4pPr>
            <a:lvl5pPr>
              <a:defRPr sz="3600" b="1">
                <a:solidFill>
                  <a:srgbClr val="F4F7FC"/>
                </a:solidFill>
                <a:latin typeface="Arial"/>
                <a:ea typeface="Arial"/>
                <a:cs typeface="Arial"/>
              </a:defRPr>
            </a:lvl5pPr>
            <a:lvl6pPr>
              <a:defRPr sz="3600" b="1">
                <a:solidFill>
                  <a:srgbClr val="F4F7FC"/>
                </a:solidFill>
                <a:latin typeface="Arial"/>
                <a:ea typeface="Arial"/>
                <a:cs typeface="Arial"/>
              </a:defRPr>
            </a:lvl6pPr>
            <a:lvl7pPr>
              <a:defRPr sz="3600" b="1">
                <a:solidFill>
                  <a:srgbClr val="F4F7FC"/>
                </a:solidFill>
                <a:latin typeface="Arial"/>
                <a:ea typeface="Arial"/>
                <a:cs typeface="Arial"/>
              </a:defRPr>
            </a:lvl7pPr>
            <a:lvl8pPr>
              <a:defRPr sz="3600" b="1">
                <a:solidFill>
                  <a:srgbClr val="F4F7FC"/>
                </a:solidFill>
                <a:latin typeface="Arial"/>
                <a:ea typeface="Arial"/>
                <a:cs typeface="Arial"/>
              </a:defRPr>
            </a:lvl8pPr>
            <a:lvl9pPr>
              <a:defRPr sz="3600" b="1">
                <a:solidFill>
                  <a:srgbClr val="F4F7F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F4F7FC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4F7FC"/>
                </a:solidFill>
                <a:latin typeface="Arial"/>
                <a:ea typeface="Arial"/>
                <a:cs typeface="Arial"/>
              </a:rPr>
              <a:t>Если упадёт сервис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65DD4C8-A9BA-4ADA-A167-337B4C3F2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8650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B3C4D9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B3C4D9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B3C4D9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B3C4D9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B3C4D9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B3C4D9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B3C4D9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B3C4D9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B3C4D9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B3C4D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B3C4D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B3C4D9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052DB61-B094-4970-8C27-DD58C227E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3143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74D8B6"/>
                </a:solidFill>
                <a:latin typeface="Arial"/>
                <a:ea typeface="Arial"/>
                <a:cs typeface="Arial"/>
              </a:defRPr>
            </a:defPPr>
            <a:lvl1pPr>
              <a:defRPr sz="2175" b="1">
                <a:solidFill>
                  <a:srgbClr val="74D8B6"/>
                </a:solidFill>
                <a:latin typeface="Arial"/>
                <a:ea typeface="Arial"/>
                <a:cs typeface="Arial"/>
              </a:defRPr>
            </a:lvl1pPr>
            <a:lvl2pPr>
              <a:defRPr sz="2175" b="1">
                <a:solidFill>
                  <a:srgbClr val="74D8B6"/>
                </a:solidFill>
                <a:latin typeface="Arial"/>
                <a:ea typeface="Arial"/>
                <a:cs typeface="Arial"/>
              </a:defRPr>
            </a:lvl2pPr>
            <a:lvl3pPr>
              <a:defRPr sz="2175" b="1">
                <a:solidFill>
                  <a:srgbClr val="74D8B6"/>
                </a:solidFill>
                <a:latin typeface="Arial"/>
                <a:ea typeface="Arial"/>
                <a:cs typeface="Arial"/>
              </a:defRPr>
            </a:lvl3pPr>
            <a:lvl4pPr>
              <a:defRPr sz="2175" b="1">
                <a:solidFill>
                  <a:srgbClr val="74D8B6"/>
                </a:solidFill>
                <a:latin typeface="Arial"/>
                <a:ea typeface="Arial"/>
                <a:cs typeface="Arial"/>
              </a:defRPr>
            </a:lvl4pPr>
            <a:lvl5pPr>
              <a:defRPr sz="2175" b="1">
                <a:solidFill>
                  <a:srgbClr val="74D8B6"/>
                </a:solidFill>
                <a:latin typeface="Arial"/>
                <a:ea typeface="Arial"/>
                <a:cs typeface="Arial"/>
              </a:defRPr>
            </a:lvl5pPr>
            <a:lvl6pPr>
              <a:defRPr sz="2175" b="1">
                <a:solidFill>
                  <a:srgbClr val="74D8B6"/>
                </a:solidFill>
                <a:latin typeface="Arial"/>
                <a:ea typeface="Arial"/>
                <a:cs typeface="Arial"/>
              </a:defRPr>
            </a:lvl6pPr>
            <a:lvl7pPr>
              <a:defRPr sz="2175" b="1">
                <a:solidFill>
                  <a:srgbClr val="74D8B6"/>
                </a:solidFill>
                <a:latin typeface="Arial"/>
                <a:ea typeface="Arial"/>
                <a:cs typeface="Arial"/>
              </a:defRPr>
            </a:lvl7pPr>
            <a:lvl8pPr>
              <a:defRPr sz="2175" b="1">
                <a:solidFill>
                  <a:srgbClr val="74D8B6"/>
                </a:solidFill>
                <a:latin typeface="Arial"/>
                <a:ea typeface="Arial"/>
                <a:cs typeface="Arial"/>
              </a:defRPr>
            </a:lvl8pPr>
            <a:lvl9pPr>
              <a:defRPr sz="2175" b="1">
                <a:solidFill>
                  <a:srgbClr val="74D8B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74D8B6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74D8B6"/>
                </a:solidFill>
                <a:latin typeface="Arial"/>
                <a:ea typeface="Arial"/>
                <a:cs typeface="Arial"/>
              </a:rPr>
              <a:t>Incident / брокер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2CC14F6-0FC8-461F-9533-D14B1DA64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1619250"/>
            <a:ext cx="7429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F4F7FC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F4F7FC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F4F7FC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F4F7FC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F4F7FC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F4F7FC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F4F7FC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F4F7FC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F4F7FC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F4F7F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F4F7FC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4F7FC"/>
                </a:solidFill>
                <a:latin typeface="Arial"/>
                <a:ea typeface="Arial"/>
                <a:cs typeface="Arial"/>
              </a:rPr>
              <a:t>Долговечные шаги, outbox и REST-сверка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5D20730-A7A1-4C14-B652-E5D121973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0"/>
            <a:ext cx="3143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74D8B6"/>
                </a:solidFill>
                <a:latin typeface="Arial"/>
                <a:ea typeface="Arial"/>
                <a:cs typeface="Arial"/>
              </a:defRPr>
            </a:defPPr>
            <a:lvl1pPr>
              <a:defRPr sz="2175" b="1">
                <a:solidFill>
                  <a:srgbClr val="74D8B6"/>
                </a:solidFill>
                <a:latin typeface="Arial"/>
                <a:ea typeface="Arial"/>
                <a:cs typeface="Arial"/>
              </a:defRPr>
            </a:lvl1pPr>
            <a:lvl2pPr>
              <a:defRPr sz="2175" b="1">
                <a:solidFill>
                  <a:srgbClr val="74D8B6"/>
                </a:solidFill>
                <a:latin typeface="Arial"/>
                <a:ea typeface="Arial"/>
                <a:cs typeface="Arial"/>
              </a:defRPr>
            </a:lvl2pPr>
            <a:lvl3pPr>
              <a:defRPr sz="2175" b="1">
                <a:solidFill>
                  <a:srgbClr val="74D8B6"/>
                </a:solidFill>
                <a:latin typeface="Arial"/>
                <a:ea typeface="Arial"/>
                <a:cs typeface="Arial"/>
              </a:defRPr>
            </a:lvl3pPr>
            <a:lvl4pPr>
              <a:defRPr sz="2175" b="1">
                <a:solidFill>
                  <a:srgbClr val="74D8B6"/>
                </a:solidFill>
                <a:latin typeface="Arial"/>
                <a:ea typeface="Arial"/>
                <a:cs typeface="Arial"/>
              </a:defRPr>
            </a:lvl4pPr>
            <a:lvl5pPr>
              <a:defRPr sz="2175" b="1">
                <a:solidFill>
                  <a:srgbClr val="74D8B6"/>
                </a:solidFill>
                <a:latin typeface="Arial"/>
                <a:ea typeface="Arial"/>
                <a:cs typeface="Arial"/>
              </a:defRPr>
            </a:lvl5pPr>
            <a:lvl6pPr>
              <a:defRPr sz="2175" b="1">
                <a:solidFill>
                  <a:srgbClr val="74D8B6"/>
                </a:solidFill>
                <a:latin typeface="Arial"/>
                <a:ea typeface="Arial"/>
                <a:cs typeface="Arial"/>
              </a:defRPr>
            </a:lvl6pPr>
            <a:lvl7pPr>
              <a:defRPr sz="2175" b="1">
                <a:solidFill>
                  <a:srgbClr val="74D8B6"/>
                </a:solidFill>
                <a:latin typeface="Arial"/>
                <a:ea typeface="Arial"/>
                <a:cs typeface="Arial"/>
              </a:defRPr>
            </a:lvl7pPr>
            <a:lvl8pPr>
              <a:defRPr sz="2175" b="1">
                <a:solidFill>
                  <a:srgbClr val="74D8B6"/>
                </a:solidFill>
                <a:latin typeface="Arial"/>
                <a:ea typeface="Arial"/>
                <a:cs typeface="Arial"/>
              </a:defRPr>
            </a:lvl8pPr>
            <a:lvl9pPr>
              <a:defRPr sz="2175" b="1">
                <a:solidFill>
                  <a:srgbClr val="74D8B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74D8B6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74D8B6"/>
                </a:solidFill>
                <a:latin typeface="Arial"/>
                <a:ea typeface="Arial"/>
                <a:cs typeface="Arial"/>
              </a:rPr>
              <a:t>Capacity / Data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23D5CD8-E7FA-43FF-9AB8-D913C0952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2571750"/>
            <a:ext cx="7429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F4F7FC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F4F7FC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F4F7FC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F4F7FC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F4F7FC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F4F7FC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F4F7FC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F4F7FC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F4F7FC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F4F7F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F4F7FC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4F7FC"/>
                </a:solidFill>
                <a:latin typeface="Arial"/>
                <a:ea typeface="Arial"/>
                <a:cs typeface="Arial"/>
              </a:rPr>
              <a:t>Нет подтверждения — нет нового promote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B8C82C2-BDD6-48FB-8866-0B803BBD0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24250"/>
            <a:ext cx="3143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74D8B6"/>
                </a:solidFill>
                <a:latin typeface="Arial"/>
                <a:ea typeface="Arial"/>
                <a:cs typeface="Arial"/>
              </a:defRPr>
            </a:defPPr>
            <a:lvl1pPr>
              <a:defRPr sz="2175" b="1">
                <a:solidFill>
                  <a:srgbClr val="74D8B6"/>
                </a:solidFill>
                <a:latin typeface="Arial"/>
                <a:ea typeface="Arial"/>
                <a:cs typeface="Arial"/>
              </a:defRPr>
            </a:lvl1pPr>
            <a:lvl2pPr>
              <a:defRPr sz="2175" b="1">
                <a:solidFill>
                  <a:srgbClr val="74D8B6"/>
                </a:solidFill>
                <a:latin typeface="Arial"/>
                <a:ea typeface="Arial"/>
                <a:cs typeface="Arial"/>
              </a:defRPr>
            </a:lvl2pPr>
            <a:lvl3pPr>
              <a:defRPr sz="2175" b="1">
                <a:solidFill>
                  <a:srgbClr val="74D8B6"/>
                </a:solidFill>
                <a:latin typeface="Arial"/>
                <a:ea typeface="Arial"/>
                <a:cs typeface="Arial"/>
              </a:defRPr>
            </a:lvl3pPr>
            <a:lvl4pPr>
              <a:defRPr sz="2175" b="1">
                <a:solidFill>
                  <a:srgbClr val="74D8B6"/>
                </a:solidFill>
                <a:latin typeface="Arial"/>
                <a:ea typeface="Arial"/>
                <a:cs typeface="Arial"/>
              </a:defRPr>
            </a:lvl4pPr>
            <a:lvl5pPr>
              <a:defRPr sz="2175" b="1">
                <a:solidFill>
                  <a:srgbClr val="74D8B6"/>
                </a:solidFill>
                <a:latin typeface="Arial"/>
                <a:ea typeface="Arial"/>
                <a:cs typeface="Arial"/>
              </a:defRPr>
            </a:lvl5pPr>
            <a:lvl6pPr>
              <a:defRPr sz="2175" b="1">
                <a:solidFill>
                  <a:srgbClr val="74D8B6"/>
                </a:solidFill>
                <a:latin typeface="Arial"/>
                <a:ea typeface="Arial"/>
                <a:cs typeface="Arial"/>
              </a:defRPr>
            </a:lvl6pPr>
            <a:lvl7pPr>
              <a:defRPr sz="2175" b="1">
                <a:solidFill>
                  <a:srgbClr val="74D8B6"/>
                </a:solidFill>
                <a:latin typeface="Arial"/>
                <a:ea typeface="Arial"/>
                <a:cs typeface="Arial"/>
              </a:defRPr>
            </a:lvl7pPr>
            <a:lvl8pPr>
              <a:defRPr sz="2175" b="1">
                <a:solidFill>
                  <a:srgbClr val="74D8B6"/>
                </a:solidFill>
                <a:latin typeface="Arial"/>
                <a:ea typeface="Arial"/>
                <a:cs typeface="Arial"/>
              </a:defRPr>
            </a:lvl8pPr>
            <a:lvl9pPr>
              <a:defRPr sz="2175" b="1">
                <a:solidFill>
                  <a:srgbClr val="74D8B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74D8B6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74D8B6"/>
                </a:solidFill>
                <a:latin typeface="Arial"/>
                <a:ea typeface="Arial"/>
                <a:cs typeface="Arial"/>
              </a:rPr>
              <a:t>Traffic / контроллер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7218681-A195-4ACF-AF27-544AEFACA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3524250"/>
            <a:ext cx="7429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F4F7FC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F4F7FC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F4F7FC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F4F7FC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F4F7FC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F4F7FC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F4F7FC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F4F7FC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F4F7FC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F4F7F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F4F7FC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4F7FC"/>
                </a:solidFill>
                <a:latin typeface="Arial"/>
                <a:ea typeface="Arial"/>
                <a:cs typeface="Arial"/>
              </a:rPr>
              <a:t>Readback; при неопределённости BLOCKED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EC73A0D-C105-4782-9492-7752E88ED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0"/>
            <a:ext cx="3143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74D8B6"/>
                </a:solidFill>
                <a:latin typeface="Arial"/>
                <a:ea typeface="Arial"/>
                <a:cs typeface="Arial"/>
              </a:defRPr>
            </a:defPPr>
            <a:lvl1pPr>
              <a:defRPr sz="2175" b="1">
                <a:solidFill>
                  <a:srgbClr val="74D8B6"/>
                </a:solidFill>
                <a:latin typeface="Arial"/>
                <a:ea typeface="Arial"/>
                <a:cs typeface="Arial"/>
              </a:defRPr>
            </a:lvl1pPr>
            <a:lvl2pPr>
              <a:defRPr sz="2175" b="1">
                <a:solidFill>
                  <a:srgbClr val="74D8B6"/>
                </a:solidFill>
                <a:latin typeface="Arial"/>
                <a:ea typeface="Arial"/>
                <a:cs typeface="Arial"/>
              </a:defRPr>
            </a:lvl2pPr>
            <a:lvl3pPr>
              <a:defRPr sz="2175" b="1">
                <a:solidFill>
                  <a:srgbClr val="74D8B6"/>
                </a:solidFill>
                <a:latin typeface="Arial"/>
                <a:ea typeface="Arial"/>
                <a:cs typeface="Arial"/>
              </a:defRPr>
            </a:lvl3pPr>
            <a:lvl4pPr>
              <a:defRPr sz="2175" b="1">
                <a:solidFill>
                  <a:srgbClr val="74D8B6"/>
                </a:solidFill>
                <a:latin typeface="Arial"/>
                <a:ea typeface="Arial"/>
                <a:cs typeface="Arial"/>
              </a:defRPr>
            </a:lvl4pPr>
            <a:lvl5pPr>
              <a:defRPr sz="2175" b="1">
                <a:solidFill>
                  <a:srgbClr val="74D8B6"/>
                </a:solidFill>
                <a:latin typeface="Arial"/>
                <a:ea typeface="Arial"/>
                <a:cs typeface="Arial"/>
              </a:defRPr>
            </a:lvl5pPr>
            <a:lvl6pPr>
              <a:defRPr sz="2175" b="1">
                <a:solidFill>
                  <a:srgbClr val="74D8B6"/>
                </a:solidFill>
                <a:latin typeface="Arial"/>
                <a:ea typeface="Arial"/>
                <a:cs typeface="Arial"/>
              </a:defRPr>
            </a:lvl6pPr>
            <a:lvl7pPr>
              <a:defRPr sz="2175" b="1">
                <a:solidFill>
                  <a:srgbClr val="74D8B6"/>
                </a:solidFill>
                <a:latin typeface="Arial"/>
                <a:ea typeface="Arial"/>
                <a:cs typeface="Arial"/>
              </a:defRPr>
            </a:lvl7pPr>
            <a:lvl8pPr>
              <a:defRPr sz="2175" b="1">
                <a:solidFill>
                  <a:srgbClr val="74D8B6"/>
                </a:solidFill>
                <a:latin typeface="Arial"/>
                <a:ea typeface="Arial"/>
                <a:cs typeface="Arial"/>
              </a:defRPr>
            </a:lvl8pPr>
            <a:lvl9pPr>
              <a:defRPr sz="2175" b="1">
                <a:solidFill>
                  <a:srgbClr val="74D8B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74D8B6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74D8B6"/>
                </a:solidFill>
                <a:latin typeface="Arial"/>
                <a:ea typeface="Arial"/>
                <a:cs typeface="Arial"/>
              </a:rPr>
              <a:t>Readiness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F3B5217-7B65-44ED-B433-F159D3F25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4476750"/>
            <a:ext cx="7429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F4F7FC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F4F7FC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F4F7FC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F4F7FC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F4F7FC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F4F7FC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F4F7FC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F4F7FC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F4F7FC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F4F7F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F4F7FC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4F7FC"/>
                </a:solidFill>
                <a:latin typeface="Arial"/>
                <a:ea typeface="Arial"/>
                <a:cs typeface="Arial"/>
              </a:rPr>
              <a:t>B может работать, разрешение ещё не выдано</a:t>
            </a:r>
          </a:p>
        </p:txBody>
      </p:sp>
    </p:spTree>
    <p:extLst>
      <p:ext uri="{BB962C8B-B14F-4D97-AF65-F5344CB8AC3E}">
        <p14:creationId xmlns:p14="http://schemas.microsoft.com/office/powerpoint/2010/main" val="120270930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101D3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F2A2906-4C2D-453F-9D72-7CC134B2D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10858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600" b="1">
                <a:solidFill>
                  <a:srgbClr val="F4F7FC"/>
                </a:solidFill>
                <a:latin typeface="Arial"/>
                <a:ea typeface="Arial"/>
                <a:cs typeface="Arial"/>
              </a:defRPr>
            </a:defPPr>
            <a:lvl1pPr>
              <a:defRPr sz="3600" b="1">
                <a:solidFill>
                  <a:srgbClr val="F4F7FC"/>
                </a:solidFill>
                <a:latin typeface="Arial"/>
                <a:ea typeface="Arial"/>
                <a:cs typeface="Arial"/>
              </a:defRPr>
            </a:lvl1pPr>
            <a:lvl2pPr>
              <a:defRPr sz="3600" b="1">
                <a:solidFill>
                  <a:srgbClr val="F4F7FC"/>
                </a:solidFill>
                <a:latin typeface="Arial"/>
                <a:ea typeface="Arial"/>
                <a:cs typeface="Arial"/>
              </a:defRPr>
            </a:lvl2pPr>
            <a:lvl3pPr>
              <a:defRPr sz="3600" b="1">
                <a:solidFill>
                  <a:srgbClr val="F4F7FC"/>
                </a:solidFill>
                <a:latin typeface="Arial"/>
                <a:ea typeface="Arial"/>
                <a:cs typeface="Arial"/>
              </a:defRPr>
            </a:lvl3pPr>
            <a:lvl4pPr>
              <a:defRPr sz="3600" b="1">
                <a:solidFill>
                  <a:srgbClr val="F4F7FC"/>
                </a:solidFill>
                <a:latin typeface="Arial"/>
                <a:ea typeface="Arial"/>
                <a:cs typeface="Arial"/>
              </a:defRPr>
            </a:lvl4pPr>
            <a:lvl5pPr>
              <a:defRPr sz="3600" b="1">
                <a:solidFill>
                  <a:srgbClr val="F4F7FC"/>
                </a:solidFill>
                <a:latin typeface="Arial"/>
                <a:ea typeface="Arial"/>
                <a:cs typeface="Arial"/>
              </a:defRPr>
            </a:lvl5pPr>
            <a:lvl6pPr>
              <a:defRPr sz="3600" b="1">
                <a:solidFill>
                  <a:srgbClr val="F4F7FC"/>
                </a:solidFill>
                <a:latin typeface="Arial"/>
                <a:ea typeface="Arial"/>
                <a:cs typeface="Arial"/>
              </a:defRPr>
            </a:lvl6pPr>
            <a:lvl7pPr>
              <a:defRPr sz="3600" b="1">
                <a:solidFill>
                  <a:srgbClr val="F4F7FC"/>
                </a:solidFill>
                <a:latin typeface="Arial"/>
                <a:ea typeface="Arial"/>
                <a:cs typeface="Arial"/>
              </a:defRPr>
            </a:lvl7pPr>
            <a:lvl8pPr>
              <a:defRPr sz="3600" b="1">
                <a:solidFill>
                  <a:srgbClr val="F4F7FC"/>
                </a:solidFill>
                <a:latin typeface="Arial"/>
                <a:ea typeface="Arial"/>
                <a:cs typeface="Arial"/>
              </a:defRPr>
            </a:lvl8pPr>
            <a:lvl9pPr>
              <a:defRPr sz="3600" b="1">
                <a:solidFill>
                  <a:srgbClr val="F4F7F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F4F7FC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4F7FC"/>
                </a:solidFill>
                <a:latin typeface="Arial"/>
                <a:ea typeface="Arial"/>
                <a:cs typeface="Arial"/>
              </a:rPr>
              <a:t>Что докажет вторая часть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C26B461-24C2-496E-8603-4A9F9634C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8650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B3C4D9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B3C4D9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B3C4D9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B3C4D9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B3C4D9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B3C4D9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B3C4D9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B3C4D9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B3C4D9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B3C4D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B3C4D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B3C4D9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F1740D4-6A4E-4765-BA9E-84DD54003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3143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74D8B6"/>
                </a:solidFill>
                <a:latin typeface="Arial"/>
                <a:ea typeface="Arial"/>
                <a:cs typeface="Arial"/>
              </a:defRPr>
            </a:defPPr>
            <a:lvl1pPr>
              <a:defRPr sz="2175" b="1">
                <a:solidFill>
                  <a:srgbClr val="74D8B6"/>
                </a:solidFill>
                <a:latin typeface="Arial"/>
                <a:ea typeface="Arial"/>
                <a:cs typeface="Arial"/>
              </a:defRPr>
            </a:lvl1pPr>
            <a:lvl2pPr>
              <a:defRPr sz="2175" b="1">
                <a:solidFill>
                  <a:srgbClr val="74D8B6"/>
                </a:solidFill>
                <a:latin typeface="Arial"/>
                <a:ea typeface="Arial"/>
                <a:cs typeface="Arial"/>
              </a:defRPr>
            </a:lvl2pPr>
            <a:lvl3pPr>
              <a:defRPr sz="2175" b="1">
                <a:solidFill>
                  <a:srgbClr val="74D8B6"/>
                </a:solidFill>
                <a:latin typeface="Arial"/>
                <a:ea typeface="Arial"/>
                <a:cs typeface="Arial"/>
              </a:defRPr>
            </a:lvl3pPr>
            <a:lvl4pPr>
              <a:defRPr sz="2175" b="1">
                <a:solidFill>
                  <a:srgbClr val="74D8B6"/>
                </a:solidFill>
                <a:latin typeface="Arial"/>
                <a:ea typeface="Arial"/>
                <a:cs typeface="Arial"/>
              </a:defRPr>
            </a:lvl4pPr>
            <a:lvl5pPr>
              <a:defRPr sz="2175" b="1">
                <a:solidFill>
                  <a:srgbClr val="74D8B6"/>
                </a:solidFill>
                <a:latin typeface="Arial"/>
                <a:ea typeface="Arial"/>
                <a:cs typeface="Arial"/>
              </a:defRPr>
            </a:lvl5pPr>
            <a:lvl6pPr>
              <a:defRPr sz="2175" b="1">
                <a:solidFill>
                  <a:srgbClr val="74D8B6"/>
                </a:solidFill>
                <a:latin typeface="Arial"/>
                <a:ea typeface="Arial"/>
                <a:cs typeface="Arial"/>
              </a:defRPr>
            </a:lvl6pPr>
            <a:lvl7pPr>
              <a:defRPr sz="2175" b="1">
                <a:solidFill>
                  <a:srgbClr val="74D8B6"/>
                </a:solidFill>
                <a:latin typeface="Arial"/>
                <a:ea typeface="Arial"/>
                <a:cs typeface="Arial"/>
              </a:defRPr>
            </a:lvl7pPr>
            <a:lvl8pPr>
              <a:defRPr sz="2175" b="1">
                <a:solidFill>
                  <a:srgbClr val="74D8B6"/>
                </a:solidFill>
                <a:latin typeface="Arial"/>
                <a:ea typeface="Arial"/>
                <a:cs typeface="Arial"/>
              </a:defRPr>
            </a:lvl8pPr>
            <a:lvl9pPr>
              <a:defRPr sz="2175" b="1">
                <a:solidFill>
                  <a:srgbClr val="74D8B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74D8B6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74D8B6"/>
                </a:solidFill>
                <a:latin typeface="Arial"/>
                <a:ea typeface="Arial"/>
                <a:cs typeface="Arial"/>
              </a:rPr>
              <a:t>Конкуренция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02FDB94-145C-44D4-B8FD-756788B34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1619250"/>
            <a:ext cx="7429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F4F7FC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F4F7FC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F4F7FC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F4F7FC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F4F7FC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F4F7FC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F4F7FC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F4F7FC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F4F7FC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F4F7F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F4F7FC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4F7FC"/>
                </a:solidFill>
                <a:latin typeface="Arial"/>
                <a:ea typeface="Arial"/>
                <a:cs typeface="Arial"/>
              </a:rPr>
              <a:t>Резервы не превышают ёмкость B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1A93E7C-8F38-4048-88B8-C5E458F54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0"/>
            <a:ext cx="3143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74D8B6"/>
                </a:solidFill>
                <a:latin typeface="Arial"/>
                <a:ea typeface="Arial"/>
                <a:cs typeface="Arial"/>
              </a:defRPr>
            </a:defPPr>
            <a:lvl1pPr>
              <a:defRPr sz="2175" b="1">
                <a:solidFill>
                  <a:srgbClr val="74D8B6"/>
                </a:solidFill>
                <a:latin typeface="Arial"/>
                <a:ea typeface="Arial"/>
                <a:cs typeface="Arial"/>
              </a:defRPr>
            </a:lvl1pPr>
            <a:lvl2pPr>
              <a:defRPr sz="2175" b="1">
                <a:solidFill>
                  <a:srgbClr val="74D8B6"/>
                </a:solidFill>
                <a:latin typeface="Arial"/>
                <a:ea typeface="Arial"/>
                <a:cs typeface="Arial"/>
              </a:defRPr>
            </a:lvl2pPr>
            <a:lvl3pPr>
              <a:defRPr sz="2175" b="1">
                <a:solidFill>
                  <a:srgbClr val="74D8B6"/>
                </a:solidFill>
                <a:latin typeface="Arial"/>
                <a:ea typeface="Arial"/>
                <a:cs typeface="Arial"/>
              </a:defRPr>
            </a:lvl3pPr>
            <a:lvl4pPr>
              <a:defRPr sz="2175" b="1">
                <a:solidFill>
                  <a:srgbClr val="74D8B6"/>
                </a:solidFill>
                <a:latin typeface="Arial"/>
                <a:ea typeface="Arial"/>
                <a:cs typeface="Arial"/>
              </a:defRPr>
            </a:lvl4pPr>
            <a:lvl5pPr>
              <a:defRPr sz="2175" b="1">
                <a:solidFill>
                  <a:srgbClr val="74D8B6"/>
                </a:solidFill>
                <a:latin typeface="Arial"/>
                <a:ea typeface="Arial"/>
                <a:cs typeface="Arial"/>
              </a:defRPr>
            </a:lvl5pPr>
            <a:lvl6pPr>
              <a:defRPr sz="2175" b="1">
                <a:solidFill>
                  <a:srgbClr val="74D8B6"/>
                </a:solidFill>
                <a:latin typeface="Arial"/>
                <a:ea typeface="Arial"/>
                <a:cs typeface="Arial"/>
              </a:defRPr>
            </a:lvl6pPr>
            <a:lvl7pPr>
              <a:defRPr sz="2175" b="1">
                <a:solidFill>
                  <a:srgbClr val="74D8B6"/>
                </a:solidFill>
                <a:latin typeface="Arial"/>
                <a:ea typeface="Arial"/>
                <a:cs typeface="Arial"/>
              </a:defRPr>
            </a:lvl7pPr>
            <a:lvl8pPr>
              <a:defRPr sz="2175" b="1">
                <a:solidFill>
                  <a:srgbClr val="74D8B6"/>
                </a:solidFill>
                <a:latin typeface="Arial"/>
                <a:ea typeface="Arial"/>
                <a:cs typeface="Arial"/>
              </a:defRPr>
            </a:lvl8pPr>
            <a:lvl9pPr>
              <a:defRPr sz="2175" b="1">
                <a:solidFill>
                  <a:srgbClr val="74D8B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74D8B6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74D8B6"/>
                </a:solidFill>
                <a:latin typeface="Arial"/>
                <a:ea typeface="Arial"/>
                <a:cs typeface="Arial"/>
              </a:rPr>
              <a:t>Повторы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81638B8-0B22-4BDE-AE86-7999F2980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2571750"/>
            <a:ext cx="7429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F4F7FC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F4F7FC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F4F7FC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F4F7FC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F4F7FC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F4F7FC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F4F7FC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F4F7FC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F4F7FC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F4F7F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F4F7FC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4F7FC"/>
                </a:solidFill>
                <a:latin typeface="Arial"/>
                <a:ea typeface="Arial"/>
                <a:cs typeface="Arial"/>
              </a:rPr>
              <a:t>Десять сообщений сохраняют один бизнес-эффект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C293BB6-05BD-4548-9AD1-A2C9C3CAA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24250"/>
            <a:ext cx="3143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74D8B6"/>
                </a:solidFill>
                <a:latin typeface="Arial"/>
                <a:ea typeface="Arial"/>
                <a:cs typeface="Arial"/>
              </a:defRPr>
            </a:defPPr>
            <a:lvl1pPr>
              <a:defRPr sz="2175" b="1">
                <a:solidFill>
                  <a:srgbClr val="74D8B6"/>
                </a:solidFill>
                <a:latin typeface="Arial"/>
                <a:ea typeface="Arial"/>
                <a:cs typeface="Arial"/>
              </a:defRPr>
            </a:lvl1pPr>
            <a:lvl2pPr>
              <a:defRPr sz="2175" b="1">
                <a:solidFill>
                  <a:srgbClr val="74D8B6"/>
                </a:solidFill>
                <a:latin typeface="Arial"/>
                <a:ea typeface="Arial"/>
                <a:cs typeface="Arial"/>
              </a:defRPr>
            </a:lvl2pPr>
            <a:lvl3pPr>
              <a:defRPr sz="2175" b="1">
                <a:solidFill>
                  <a:srgbClr val="74D8B6"/>
                </a:solidFill>
                <a:latin typeface="Arial"/>
                <a:ea typeface="Arial"/>
                <a:cs typeface="Arial"/>
              </a:defRPr>
            </a:lvl3pPr>
            <a:lvl4pPr>
              <a:defRPr sz="2175" b="1">
                <a:solidFill>
                  <a:srgbClr val="74D8B6"/>
                </a:solidFill>
                <a:latin typeface="Arial"/>
                <a:ea typeface="Arial"/>
                <a:cs typeface="Arial"/>
              </a:defRPr>
            </a:lvl4pPr>
            <a:lvl5pPr>
              <a:defRPr sz="2175" b="1">
                <a:solidFill>
                  <a:srgbClr val="74D8B6"/>
                </a:solidFill>
                <a:latin typeface="Arial"/>
                <a:ea typeface="Arial"/>
                <a:cs typeface="Arial"/>
              </a:defRPr>
            </a:lvl5pPr>
            <a:lvl6pPr>
              <a:defRPr sz="2175" b="1">
                <a:solidFill>
                  <a:srgbClr val="74D8B6"/>
                </a:solidFill>
                <a:latin typeface="Arial"/>
                <a:ea typeface="Arial"/>
                <a:cs typeface="Arial"/>
              </a:defRPr>
            </a:lvl6pPr>
            <a:lvl7pPr>
              <a:defRPr sz="2175" b="1">
                <a:solidFill>
                  <a:srgbClr val="74D8B6"/>
                </a:solidFill>
                <a:latin typeface="Arial"/>
                <a:ea typeface="Arial"/>
                <a:cs typeface="Arial"/>
              </a:defRPr>
            </a:lvl7pPr>
            <a:lvl8pPr>
              <a:defRPr sz="2175" b="1">
                <a:solidFill>
                  <a:srgbClr val="74D8B6"/>
                </a:solidFill>
                <a:latin typeface="Arial"/>
                <a:ea typeface="Arial"/>
                <a:cs typeface="Arial"/>
              </a:defRPr>
            </a:lvl8pPr>
            <a:lvl9pPr>
              <a:defRPr sz="2175" b="1">
                <a:solidFill>
                  <a:srgbClr val="74D8B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74D8B6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74D8B6"/>
                </a:solidFill>
                <a:latin typeface="Arial"/>
                <a:ea typeface="Arial"/>
                <a:cs typeface="Arial"/>
              </a:rPr>
              <a:t>Гонки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1BBE4B9-E7A3-4C7C-8068-C5627EA9E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3524250"/>
            <a:ext cx="7429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F4F7FC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F4F7FC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F4F7FC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F4F7FC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F4F7FC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F4F7FC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F4F7FC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F4F7FC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F4F7FC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F4F7F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F4F7FC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4F7FC"/>
                </a:solidFill>
                <a:latin typeface="Arial"/>
                <a:ea typeface="Arial"/>
                <a:cs typeface="Arial"/>
              </a:rPr>
              <a:t>PROMOTE и RESUME дают единственного writer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49CA361-801E-419C-B154-1DD4A2AE2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0"/>
            <a:ext cx="3143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74D8B6"/>
                </a:solidFill>
                <a:latin typeface="Arial"/>
                <a:ea typeface="Arial"/>
                <a:cs typeface="Arial"/>
              </a:defRPr>
            </a:defPPr>
            <a:lvl1pPr>
              <a:defRPr sz="2175" b="1">
                <a:solidFill>
                  <a:srgbClr val="74D8B6"/>
                </a:solidFill>
                <a:latin typeface="Arial"/>
                <a:ea typeface="Arial"/>
                <a:cs typeface="Arial"/>
              </a:defRPr>
            </a:lvl1pPr>
            <a:lvl2pPr>
              <a:defRPr sz="2175" b="1">
                <a:solidFill>
                  <a:srgbClr val="74D8B6"/>
                </a:solidFill>
                <a:latin typeface="Arial"/>
                <a:ea typeface="Arial"/>
                <a:cs typeface="Arial"/>
              </a:defRPr>
            </a:lvl2pPr>
            <a:lvl3pPr>
              <a:defRPr sz="2175" b="1">
                <a:solidFill>
                  <a:srgbClr val="74D8B6"/>
                </a:solidFill>
                <a:latin typeface="Arial"/>
                <a:ea typeface="Arial"/>
                <a:cs typeface="Arial"/>
              </a:defRPr>
            </a:lvl3pPr>
            <a:lvl4pPr>
              <a:defRPr sz="2175" b="1">
                <a:solidFill>
                  <a:srgbClr val="74D8B6"/>
                </a:solidFill>
                <a:latin typeface="Arial"/>
                <a:ea typeface="Arial"/>
                <a:cs typeface="Arial"/>
              </a:defRPr>
            </a:lvl4pPr>
            <a:lvl5pPr>
              <a:defRPr sz="2175" b="1">
                <a:solidFill>
                  <a:srgbClr val="74D8B6"/>
                </a:solidFill>
                <a:latin typeface="Arial"/>
                <a:ea typeface="Arial"/>
                <a:cs typeface="Arial"/>
              </a:defRPr>
            </a:lvl5pPr>
            <a:lvl6pPr>
              <a:defRPr sz="2175" b="1">
                <a:solidFill>
                  <a:srgbClr val="74D8B6"/>
                </a:solidFill>
                <a:latin typeface="Arial"/>
                <a:ea typeface="Arial"/>
                <a:cs typeface="Arial"/>
              </a:defRPr>
            </a:lvl6pPr>
            <a:lvl7pPr>
              <a:defRPr sz="2175" b="1">
                <a:solidFill>
                  <a:srgbClr val="74D8B6"/>
                </a:solidFill>
                <a:latin typeface="Arial"/>
                <a:ea typeface="Arial"/>
                <a:cs typeface="Arial"/>
              </a:defRPr>
            </a:lvl7pPr>
            <a:lvl8pPr>
              <a:defRPr sz="2175" b="1">
                <a:solidFill>
                  <a:srgbClr val="74D8B6"/>
                </a:solidFill>
                <a:latin typeface="Arial"/>
                <a:ea typeface="Arial"/>
                <a:cs typeface="Arial"/>
              </a:defRPr>
            </a:lvl8pPr>
            <a:lvl9pPr>
              <a:defRPr sz="2175" b="1">
                <a:solidFill>
                  <a:srgbClr val="74D8B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74D8B6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74D8B6"/>
                </a:solidFill>
                <a:latin typeface="Arial"/>
                <a:ea typeface="Arial"/>
                <a:cs typeface="Arial"/>
              </a:rPr>
              <a:t>Восстановление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5C00EE1-995E-416A-9128-D81673B25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4476750"/>
            <a:ext cx="7429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F4F7FC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F4F7FC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F4F7FC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F4F7FC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F4F7FC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F4F7FC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F4F7FC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F4F7FC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F4F7FC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F4F7F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F4F7FC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4F7FC"/>
                </a:solidFill>
                <a:latin typeface="Arial"/>
                <a:ea typeface="Arial"/>
                <a:cs typeface="Arial"/>
              </a:rPr>
              <a:t>Потеря ответа не превращается в слепой откат</a:t>
            </a:r>
          </a:p>
        </p:txBody>
      </p:sp>
    </p:spTree>
    <p:extLst>
      <p:ext uri="{BB962C8B-B14F-4D97-AF65-F5344CB8AC3E}">
        <p14:creationId xmlns:p14="http://schemas.microsoft.com/office/powerpoint/2010/main" val="77214403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2026-10-27T09:23:57.7080000Z</dcterms:created>
  <dcterms:modified xsi:type="dcterms:W3CDTF">2026-10-27T09:23:57.7080000Z</dcterms:modified>
</coreProperties>
</file>